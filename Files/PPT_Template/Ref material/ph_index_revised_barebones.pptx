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handoutMasterIdLst>
    <p:handoutMasterId r:id="rId5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43BA1E-F699-2908-FCCA-A0339FBCB1EB}" name="Glenn Lim" initials="GL" userId="S::glenn@graphenesvc.com::c84bccc5-c6d4-4a32-8d4c-384be2b027b2" providerId="AD"/>
  <p188:author id="{0FE04A2E-4EDB-CEAD-A5F5-57AF5A198D2B}" name="Feba James" initials="FJ" userId="S::feba@graphenesvc.com::cb993188-dae5-448b-a48e-68175c56dd5d" providerId="AD"/>
  <p188:author id="{25A15FDD-9A1D-EA93-354B-BC9FD1E2323B}" name="John Lee" initials="JL" userId="S::john@graphenesvc.com::58a3f885-1391-4760-a61f-6b21968352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225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FF918A-F105-E282-F980-F449FC8CEC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C4134C-538A-BE63-4D61-25BFF93189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33581-10C8-4874-8376-93CC3B71AADA}" type="datetimeFigureOut">
              <a:rPr lang="en-SG" smtClean="0"/>
              <a:t>9/10/2023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CCB33-CA0C-30D9-7A27-2CCB3CC83B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DE7C6-7C1E-7DAE-A579-B38DC66BA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17E41-2823-4CF4-9D6D-A3643B5C9B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5534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CB451EFC-5CF8-432D-05EB-DC7EE088FF43}"/>
              </a:ext>
            </a:extLst>
          </p:cNvPr>
          <p:cNvSpPr txBox="1">
            <a:spLocks/>
          </p:cNvSpPr>
          <p:nvPr userDrawn="1"/>
        </p:nvSpPr>
        <p:spPr>
          <a:xfrm>
            <a:off x="353999" y="314203"/>
            <a:ext cx="5482656" cy="27781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Welcome!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23" y="977881"/>
            <a:ext cx="4988667" cy="350501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/>
            </a:lvl1pPr>
          </a:lstStyle>
          <a:p>
            <a:endParaRPr lang="en-SG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37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754FA48-D968-ABB1-4ED2-5C9C77717C9E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27EE266-A5C7-7254-35DB-81104FB4DA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854" y="836617"/>
            <a:ext cx="5204603" cy="451567"/>
          </a:xfrm>
          <a:noFill/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F11C173-A41E-6A22-F17D-40B934A580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61356" y="314203"/>
            <a:ext cx="5482654" cy="275172"/>
          </a:xfrm>
          <a:solidFill>
            <a:srgbClr val="404040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EDD99-7F9C-D062-1C21-ABA1FC89A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990" y="314203"/>
            <a:ext cx="5482654" cy="275172"/>
          </a:xfrm>
          <a:solidFill>
            <a:schemeClr val="tx1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2530D9-38E0-F368-CE5D-66D9EDC8A1F7}"/>
              </a:ext>
            </a:extLst>
          </p:cNvPr>
          <p:cNvGrpSpPr/>
          <p:nvPr userDrawn="1"/>
        </p:nvGrpSpPr>
        <p:grpSpPr>
          <a:xfrm>
            <a:off x="6355346" y="688589"/>
            <a:ext cx="5480998" cy="5495537"/>
            <a:chOff x="753200" y="588100"/>
            <a:chExt cx="5480998" cy="549553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76F14C5-AEE6-7CF2-0D7F-8EBA6CFC5968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84BDFBE-5A16-B05F-AC2B-C61E86B69BA1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F93908F-27E4-FFFC-C64A-E450D0EEB7F9}"/>
                </a:ext>
              </a:extLst>
            </p:cNvPr>
            <p:cNvSpPr/>
            <p:nvPr userDrawn="1"/>
          </p:nvSpPr>
          <p:spPr>
            <a:xfrm>
              <a:off x="753200" y="588100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7957763-BE4B-ED81-D244-E73401280D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33400" y="836617"/>
            <a:ext cx="5202600" cy="451567"/>
          </a:xfrm>
          <a:noFill/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690537-57AE-836D-9F70-F84B229D2E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1710" y="1403350"/>
            <a:ext cx="5207415" cy="451805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SG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D5F2719-9D5C-DA04-1FBA-ADED14D389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1398" y="1403350"/>
            <a:ext cx="5202599" cy="451805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558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DA6728-510C-AB51-1509-EF01A7D9302C}"/>
              </a:ext>
            </a:extLst>
          </p:cNvPr>
          <p:cNvSpPr/>
          <p:nvPr userDrawn="1"/>
        </p:nvSpPr>
        <p:spPr>
          <a:xfrm>
            <a:off x="359999" y="676843"/>
            <a:ext cx="11465998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DA54736C-64E9-18A1-C9CB-B1E75B3D64EE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SG" sz="1600" b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A7BE9-23BD-670D-0477-C2F7A75BB7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990" y="314203"/>
            <a:ext cx="5482654" cy="275172"/>
          </a:xfrm>
          <a:solidFill>
            <a:schemeClr val="tx1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C796EF7-4F30-1C87-4224-A375908ED556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60363" y="713051"/>
            <a:ext cx="11464925" cy="5443273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764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E453247-1FBF-47F2-979D-D9E85C7D403A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B96B52D-0330-531F-5FB1-ECBFD10C61CF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7F7963-E0D6-7DC7-E3F7-F144D05CBF78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920C9B-B4D5-3E12-CC8F-DD89537856E9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23" y="977881"/>
            <a:ext cx="4988667" cy="350501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/>
            </a:lvl1pPr>
          </a:lstStyle>
          <a:p>
            <a:endParaRPr lang="en-SG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EE660BF-B639-AF97-B7AC-35FF50D44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1292000B-FBDC-735C-A1EB-16A8623E1BE9}"/>
              </a:ext>
            </a:extLst>
          </p:cNvPr>
          <p:cNvSpPr txBox="1">
            <a:spLocks/>
          </p:cNvSpPr>
          <p:nvPr userDrawn="1"/>
        </p:nvSpPr>
        <p:spPr>
          <a:xfrm>
            <a:off x="353999" y="314203"/>
            <a:ext cx="5482656" cy="27781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28869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09994"/>
            <a:ext cx="11466000" cy="157743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36874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0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_of_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750EA25-07F3-2E2A-2264-AA7CFED04F4C}"/>
              </a:ext>
            </a:extLst>
          </p:cNvPr>
          <p:cNvGrpSpPr/>
          <p:nvPr userDrawn="1"/>
        </p:nvGrpSpPr>
        <p:grpSpPr>
          <a:xfrm>
            <a:off x="6355346" y="436661"/>
            <a:ext cx="5480998" cy="5747465"/>
            <a:chOff x="6355346" y="436404"/>
            <a:chExt cx="5480998" cy="574746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DD6D3EE-C5BF-3A9F-B3BC-BFE3581A7079}"/>
                </a:ext>
              </a:extLst>
            </p:cNvPr>
            <p:cNvGrpSpPr/>
            <p:nvPr userDrawn="1"/>
          </p:nvGrpSpPr>
          <p:grpSpPr>
            <a:xfrm>
              <a:off x="6355346" y="688332"/>
              <a:ext cx="5480998" cy="5495537"/>
              <a:chOff x="753200" y="588100"/>
              <a:chExt cx="5480998" cy="549553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16A719-4AAA-8B81-E796-43BA9E0BEBF9}"/>
                  </a:ext>
                </a:extLst>
              </p:cNvPr>
              <p:cNvSpPr/>
              <p:nvPr userDrawn="1"/>
            </p:nvSpPr>
            <p:spPr>
              <a:xfrm>
                <a:off x="891398" y="732037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0426C93-4A39-9E0C-C27E-11E23E5D4321}"/>
                  </a:ext>
                </a:extLst>
              </p:cNvPr>
              <p:cNvSpPr/>
              <p:nvPr userDrawn="1"/>
            </p:nvSpPr>
            <p:spPr>
              <a:xfrm>
                <a:off x="824302" y="664301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FBCA00B-F80E-F014-A15D-272579C162D9}"/>
                  </a:ext>
                </a:extLst>
              </p:cNvPr>
              <p:cNvSpPr/>
              <p:nvPr userDrawn="1"/>
            </p:nvSpPr>
            <p:spPr>
              <a:xfrm>
                <a:off x="753200" y="588100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pic>
          <p:nvPicPr>
            <p:cNvPr id="1026" name="Picture 2" descr="Free Map Vectors, 84,000+ Images in AI, EPS format">
              <a:extLst>
                <a:ext uri="{FF2B5EF4-FFF2-40B4-BE49-F238E27FC236}">
                  <a16:creationId xmlns:a16="http://schemas.microsoft.com/office/drawing/2014/main" id="{93B11390-755D-4344-BF36-6762678A76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6055" y="436404"/>
              <a:ext cx="4721381" cy="4721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 Placeholder 2">
              <a:extLst>
                <a:ext uri="{FF2B5EF4-FFF2-40B4-BE49-F238E27FC236}">
                  <a16:creationId xmlns:a16="http://schemas.microsoft.com/office/drawing/2014/main" id="{F5498B50-B60C-06C5-8427-EC8C5EBA9CD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60678" y="5065741"/>
              <a:ext cx="5237468" cy="84363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/>
                <a:t>All results presented in this report were discovered within the above focus data pool; no other data was used for analysis.</a:t>
              </a:r>
            </a:p>
            <a:p>
              <a:pPr marL="0" indent="0" algn="ctr">
                <a:buNone/>
              </a:pPr>
              <a:r>
                <a:rPr lang="en-US" sz="1100"/>
                <a:t>Final sample set used for analysis follows the RRS rule of being Representative, Random and Significant to eliminate bias.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E389DA9-BAE3-EDA0-5EBC-8701FC1D73B4}"/>
                </a:ext>
              </a:extLst>
            </p:cNvPr>
            <p:cNvSpPr txBox="1"/>
            <p:nvPr userDrawn="1"/>
          </p:nvSpPr>
          <p:spPr>
            <a:xfrm>
              <a:off x="7530982" y="831907"/>
              <a:ext cx="29915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2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What did we find?</a:t>
              </a:r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31F34C-939F-E630-9909-267D34977456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23" name="Table Placeholder 5">
            <a:extLst>
              <a:ext uri="{FF2B5EF4-FFF2-40B4-BE49-F238E27FC236}">
                <a16:creationId xmlns:a16="http://schemas.microsoft.com/office/drawing/2014/main" id="{7F5FA139-98CE-464E-B621-CA5C241F375E}"/>
              </a:ext>
            </a:extLst>
          </p:cNvPr>
          <p:cNvSpPr>
            <a:spLocks noGrp="1"/>
          </p:cNvSpPr>
          <p:nvPr userDrawn="1">
            <p:ph type="tbl" sz="quarter" idx="19"/>
          </p:nvPr>
        </p:nvSpPr>
        <p:spPr>
          <a:xfrm>
            <a:off x="7267058" y="1501358"/>
            <a:ext cx="3595679" cy="3228996"/>
          </a:xfrm>
        </p:spPr>
        <p:txBody>
          <a:bodyPr/>
          <a:lstStyle/>
          <a:p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1337236-F345-2FAB-432A-AB7E112135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798" y="1434433"/>
            <a:ext cx="5061048" cy="9106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endParaRPr lang="en-S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CEFC65-1A07-6C69-577B-4B4774D7EECD}"/>
              </a:ext>
            </a:extLst>
          </p:cNvPr>
          <p:cNvSpPr txBox="1"/>
          <p:nvPr userDrawn="1"/>
        </p:nvSpPr>
        <p:spPr>
          <a:xfrm>
            <a:off x="1472003" y="826520"/>
            <a:ext cx="3145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/>
              <a:t>What is the scope?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01334C-B505-0213-164A-7B1932892BD7}"/>
              </a:ext>
            </a:extLst>
          </p:cNvPr>
          <p:cNvCxnSpPr/>
          <p:nvPr userDrawn="1"/>
        </p:nvCxnSpPr>
        <p:spPr>
          <a:xfrm flipV="1">
            <a:off x="2357025" y="3515669"/>
            <a:ext cx="1470212" cy="14702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84E2DBD2-754D-E07E-CD01-736BB21A7559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Scope of work</a:t>
            </a:r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6C23FBC2-75FD-9B91-0E54-419D8F887D14}"/>
              </a:ext>
            </a:extLst>
          </p:cNvPr>
          <p:cNvSpPr txBox="1">
            <a:spLocks/>
          </p:cNvSpPr>
          <p:nvPr userDrawn="1"/>
        </p:nvSpPr>
        <p:spPr>
          <a:xfrm>
            <a:off x="6361355" y="316843"/>
            <a:ext cx="5482656" cy="2751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Base people used for analysis</a:t>
            </a:r>
          </a:p>
        </p:txBody>
      </p:sp>
    </p:spTree>
    <p:extLst>
      <p:ext uri="{BB962C8B-B14F-4D97-AF65-F5344CB8AC3E}">
        <p14:creationId xmlns:p14="http://schemas.microsoft.com/office/powerpoint/2010/main" val="359381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B13157-346F-462F-36A7-F5AC3E522F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585" y="468232"/>
            <a:ext cx="8167353" cy="1429144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2577807" cy="2849314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3535965"/>
            <a:ext cx="2416855" cy="283055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4" name="Table Placeholder 11">
            <a:extLst>
              <a:ext uri="{FF2B5EF4-FFF2-40B4-BE49-F238E27FC236}">
                <a16:creationId xmlns:a16="http://schemas.microsoft.com/office/drawing/2014/main" id="{2F29FD39-B220-6DC3-E929-CE688649D1EA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3658648" y="2316766"/>
            <a:ext cx="8167353" cy="2438397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235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E17B1A5D-B58B-DB24-10F3-FCF6ECE73FC7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B13157-346F-462F-36A7-F5AC3E522F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999" y="3006016"/>
            <a:ext cx="2782800" cy="2437200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54000" y="6501219"/>
            <a:ext cx="11472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0" y="99991"/>
            <a:ext cx="1283584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11472000" cy="808471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1276705"/>
            <a:ext cx="11472000" cy="57579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4" name="Table Placeholder 11">
            <a:extLst>
              <a:ext uri="{FF2B5EF4-FFF2-40B4-BE49-F238E27FC236}">
                <a16:creationId xmlns:a16="http://schemas.microsoft.com/office/drawing/2014/main" id="{2F29FD39-B220-6DC3-E929-CE688649D1EA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3308401" y="3004819"/>
            <a:ext cx="8517600" cy="2438397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354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style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1CC20266-7476-7180-BCCB-4A0680DF98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4001" y="468235"/>
            <a:ext cx="2075073" cy="5898283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SG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4BAA720-BA05-B09D-93DA-86E60CA6CA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9E6BF02-7CA9-25C7-A5E2-69788ECB33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585" y="468232"/>
            <a:ext cx="8167353" cy="1429144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</p:spTree>
    <p:extLst>
      <p:ext uri="{BB962C8B-B14F-4D97-AF65-F5344CB8AC3E}">
        <p14:creationId xmlns:p14="http://schemas.microsoft.com/office/powerpoint/2010/main" val="397680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E17B1A5D-B58B-DB24-10F3-FCF6ECE73FC7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54000" y="6501219"/>
            <a:ext cx="11472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0" y="99991"/>
            <a:ext cx="1283584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11472000" cy="808471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1276705"/>
            <a:ext cx="11472000" cy="57579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51970FF7-5683-C4E9-EB46-534376F44085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2306772" y="2196348"/>
            <a:ext cx="7566455" cy="4216608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2373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800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9" y="6624897"/>
            <a:ext cx="633982" cy="111733"/>
          </a:xfrm>
          <a:prstGeom prst="rect">
            <a:avLst/>
          </a:prstGeom>
        </p:spPr>
      </p:pic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CF4A357F-3EB2-E90E-583E-7C76C5491AE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58775" y="2231869"/>
            <a:ext cx="11466513" cy="931398"/>
          </a:xfrm>
        </p:spPr>
        <p:txBody>
          <a:bodyPr/>
          <a:lstStyle/>
          <a:p>
            <a:endParaRPr lang="en-SG"/>
          </a:p>
        </p:txBody>
      </p:sp>
      <p:sp>
        <p:nvSpPr>
          <p:cNvPr id="12" name="Table Placeholder 10">
            <a:extLst>
              <a:ext uri="{FF2B5EF4-FFF2-40B4-BE49-F238E27FC236}">
                <a16:creationId xmlns:a16="http://schemas.microsoft.com/office/drawing/2014/main" id="{C6754458-E12A-970B-C852-39EF8E172F2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58775" y="5074236"/>
            <a:ext cx="11466513" cy="1068137"/>
          </a:xfrm>
        </p:spPr>
        <p:txBody>
          <a:bodyPr/>
          <a:lstStyle/>
          <a:p>
            <a:endParaRPr lang="en-SG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3F640CA-4DEC-7229-B2D3-C10996ED21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76513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D2A8C834-FA15-3B2A-F539-71021E9F93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96474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E15A4C7B-060E-C0F5-0AE6-184F456EF0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16435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E54C169-BAB7-0B16-B98E-3F6FCD5A10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07368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EF09D92-2364-498B-B266-4DD1C4DF01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95577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B8ED2D62-755C-012A-A4D2-1125340682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6513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D1809D3F-4A73-FE74-F1CD-5EFF434BC4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96474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01E949F-CBC7-F6C7-0CA1-AE46C670DC3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16435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95192CB9-439F-0A0C-5318-9EB5C6F2E93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07368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4E1C4BC-635F-90F3-26EC-87CE01F985D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295577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80AE4-8C0B-1504-4472-4EC2ADB3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99" y="44680"/>
            <a:ext cx="11459289" cy="582683"/>
          </a:xfrm>
        </p:spPr>
        <p:txBody>
          <a:bodyPr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76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We’ve reached the end.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46AB60-B51C-006A-F85E-E9A655C8001D}"/>
              </a:ext>
            </a:extLst>
          </p:cNvPr>
          <p:cNvSpPr txBox="1"/>
          <p:nvPr userDrawn="1"/>
        </p:nvSpPr>
        <p:spPr>
          <a:xfrm>
            <a:off x="493855" y="2703365"/>
            <a:ext cx="4187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5400" b="1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05681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00717"/>
            <a:ext cx="11466000" cy="51491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803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207" y="6559857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752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75" r:id="rId6"/>
    <p:sldLayoutId id="2147483681" r:id="rId7"/>
    <p:sldLayoutId id="2147483686" r:id="rId8"/>
    <p:sldLayoutId id="2147483682" r:id="rId9"/>
    <p:sldLayoutId id="2147483688" r:id="rId10"/>
    <p:sldLayoutId id="2147483689" r:id="rId11"/>
    <p:sldLayoutId id="2147483685" r:id="rId12"/>
    <p:sldLayoutId id="214748368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 Idx: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PH Idx: 13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PH Idx: 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PH Idx: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PH Idx: 14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PH Idx: 15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PH Idx: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PH Idx: 11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idx="12" sz="quarter"/>
          </p:nvPr>
        </p:nvSpPr>
        <p:spPr/>
        <p:txBody>
          <a:bodyPr/>
          <a:p>
            <a:r>
              <a:t>PH Idx: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 Idx: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 Idx: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9" sz="quarter"/>
          </p:nvPr>
        </p:nvSpPr>
        <p:spPr/>
        <p:txBody>
          <a:bodyPr/>
          <a:p>
            <a:r>
              <a:t>PH Idx: 19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PH Idx: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PH Idx: 22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PH Idx: 16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PH Idx: 17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PH Idx: 19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PH Idx: 15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PH Idx: 18</a:t>
            </a:r>
          </a:p>
        </p:txBody>
      </p:sp>
      <p:sp>
        <p:nvSpPr>
          <p:cNvPr id="9" name="Table Placeholder 8"/>
          <p:cNvSpPr>
            <a:spLocks noGrp="1"/>
          </p:cNvSpPr>
          <p:nvPr>
            <p:ph type="tbl" idx="21" sz="quarter"/>
          </p:nvPr>
        </p:nvSpPr>
        <p:spPr/>
        <p:txBody>
          <a:bodyPr/>
          <a:p>
            <a:r>
              <a:t>PH Idx: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PH Idx: 22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PH Idx: 16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PH Idx: 17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PH Idx: 19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PH Idx: 15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PH Idx: 18</a:t>
            </a:r>
          </a:p>
        </p:txBody>
      </p:sp>
      <p:sp>
        <p:nvSpPr>
          <p:cNvPr id="9" name="Table Placeholder 8"/>
          <p:cNvSpPr>
            <a:spLocks noGrp="1"/>
          </p:cNvSpPr>
          <p:nvPr>
            <p:ph type="tbl" idx="21" sz="quarter"/>
          </p:nvPr>
        </p:nvSpPr>
        <p:spPr/>
        <p:txBody>
          <a:bodyPr/>
          <a:p>
            <a:r>
              <a:t>PH Idx: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PH Idx: 16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PH Idx: 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PH Idx: 18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PH Idx: 19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PH Idx: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PH Idx: 16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PH Idx: 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PH Idx: 19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PH Idx: 15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PH Idx: 18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idx="20" sz="quarter"/>
          </p:nvPr>
        </p:nvSpPr>
        <p:spPr/>
        <p:txBody>
          <a:bodyPr/>
          <a:p>
            <a:r>
              <a:t>PH Idx: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2" sz="quarter"/>
          </p:nvPr>
        </p:nvSpPr>
        <p:spPr/>
        <p:txBody>
          <a:bodyPr/>
          <a:p>
            <a:r>
              <a:t>PH Idx: 12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idx="13" sz="quarter"/>
          </p:nvPr>
        </p:nvSpPr>
        <p:spPr/>
        <p:txBody>
          <a:bodyPr/>
          <a:p>
            <a:r>
              <a:t>PH Idx: 13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  <p:txBody>
          <a:bodyPr/>
          <a:p>
            <a:r>
              <a:t>PH Idx: 14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  <p:txBody>
          <a:bodyPr/>
          <a:p>
            <a:r>
              <a:t>PH Idx: 15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  <p:txBody>
          <a:bodyPr/>
          <a:p>
            <a:r>
              <a:t>PH Idx: 16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idx="17" sz="quarter"/>
          </p:nvPr>
        </p:nvSpPr>
        <p:spPr/>
        <p:txBody>
          <a:bodyPr/>
          <a:p>
            <a:r>
              <a:t>PH Idx: 17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18" sz="quarter"/>
          </p:nvPr>
        </p:nvSpPr>
        <p:spPr/>
        <p:txBody>
          <a:bodyPr/>
          <a:p>
            <a:r>
              <a:t>PH Idx: 18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idx="19" sz="quarter"/>
          </p:nvPr>
        </p:nvSpPr>
        <p:spPr/>
        <p:txBody>
          <a:bodyPr/>
          <a:p>
            <a:r>
              <a:t>PH Idx: 19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idx="20" sz="quarter"/>
          </p:nvPr>
        </p:nvSpPr>
        <p:spPr/>
        <p:txBody>
          <a:bodyPr/>
          <a:p>
            <a:r>
              <a:t>PH Idx: 20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idx="21" sz="quarter"/>
          </p:nvPr>
        </p:nvSpPr>
        <p:spPr/>
        <p:txBody>
          <a:bodyPr/>
          <a:p>
            <a:r>
              <a:t>PH Idx: 21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22" sz="quarter"/>
          </p:nvPr>
        </p:nvSpPr>
        <p:spPr/>
        <p:txBody>
          <a:bodyPr/>
          <a:p>
            <a:r>
              <a:t>PH Idx: 22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idx="23" sz="quarter"/>
          </p:nvPr>
        </p:nvSpPr>
        <p:spPr/>
        <p:txBody>
          <a:bodyPr/>
          <a:p>
            <a:r>
              <a:t>PH Idx: 23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 Idx: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 Idx: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eneA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2FEABD3D1504FBB52D417A1DCF9F4" ma:contentTypeVersion="11" ma:contentTypeDescription="Create a new document." ma:contentTypeScope="" ma:versionID="54f2c1e6161d4a3818cca961a9e8aca6">
  <xsd:schema xmlns:xsd="http://www.w3.org/2001/XMLSchema" xmlns:xs="http://www.w3.org/2001/XMLSchema" xmlns:p="http://schemas.microsoft.com/office/2006/metadata/properties" xmlns:ns2="bafb6658-0c98-401a-939f-9b973af27bfc" xmlns:ns3="3c7c9d60-aeee-410d-81f2-92985471e2af" targetNamespace="http://schemas.microsoft.com/office/2006/metadata/properties" ma:root="true" ma:fieldsID="dc2dfa497cb6065289a6fb33931d816c" ns2:_="" ns3:_="">
    <xsd:import namespace="bafb6658-0c98-401a-939f-9b973af27bfc"/>
    <xsd:import namespace="3c7c9d60-aeee-410d-81f2-92985471e2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fb6658-0c98-401a-939f-9b973af27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c9d60-aeee-410d-81f2-92985471e2a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7c9d60-aeee-410d-81f2-92985471e2af">
      <UserInfo>
        <DisplayName>Gerald Hay</DisplayName>
        <AccountId>29</AccountId>
        <AccountType/>
      </UserInfo>
      <UserInfo>
        <DisplayName>Glenn Lim</DisplayName>
        <AccountId>28</AccountId>
        <AccountType/>
      </UserInfo>
      <UserInfo>
        <DisplayName>Feba James</DisplayName>
        <AccountId>12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A222B8-CE66-4045-A892-690A8F57FF71}">
  <ds:schemaRefs>
    <ds:schemaRef ds:uri="3c7c9d60-aeee-410d-81f2-92985471e2af"/>
    <ds:schemaRef ds:uri="bafb6658-0c98-401a-939f-9b973af27b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35D6F4A-0EFA-4E23-BC7C-5DD22311284D}">
  <ds:schemaRefs>
    <ds:schemaRef ds:uri="3c7c9d60-aeee-410d-81f2-92985471e2af"/>
    <ds:schemaRef ds:uri="bafb6658-0c98-401a-939f-9b973af27bf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853E8F5-F997-4691-A453-7F92913ACD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Poppins</vt:lpstr>
      <vt:lpstr>GrapheneAI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Lee</dc:creator>
  <cp:lastModifiedBy>John Lee</cp:lastModifiedBy>
  <cp:revision>10</cp:revision>
  <dcterms:created xsi:type="dcterms:W3CDTF">2023-08-28T04:36:43Z</dcterms:created>
  <dcterms:modified xsi:type="dcterms:W3CDTF">2023-10-09T09:06:15Z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0x010100F282FEABD3D1504FBB52D417A1DCF9F4</vt:lpwstr>
  </property>
</Properties>
</file>