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handoutMasterIdLst>
    <p:handoutMasterId r:id="rId5"/>
  </p:handout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843BA1E-F699-2908-FCCA-A0339FBCB1EB}" name="Glenn Lim" initials="GL" userId="S::glenn@graphenesvc.com::c84bccc5-c6d4-4a32-8d4c-384be2b027b2" providerId="AD"/>
  <p188:author id="{0FE04A2E-4EDB-CEAD-A5F5-57AF5A198D2B}" name="Feba James" initials="FJ" userId="S::feba@graphenesvc.com::cb993188-dae5-448b-a48e-68175c56dd5d" providerId="AD"/>
  <p188:author id="{25A15FDD-9A1D-EA93-354B-BC9FD1E2323B}" name="John Lee" initials="JL" userId="S::john@graphenesvc.com::58a3f885-1391-4760-a61f-6b219683526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1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876" y="2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8/10/relationships/authors" Target="authors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Lee" userId="58a3f885-1391-4760-a61f-6b2196835268" providerId="ADAL" clId="{F2373257-779C-4B55-98FF-27A5B4DD2F23}"/>
    <pc:docChg chg="undo custSel addSld delSld modSld modMainMaster">
      <pc:chgData name="John Lee" userId="58a3f885-1391-4760-a61f-6b2196835268" providerId="ADAL" clId="{F2373257-779C-4B55-98FF-27A5B4DD2F23}" dt="2026-01-20T08:13:47.862" v="48" actId="47"/>
      <pc:docMkLst>
        <pc:docMk/>
      </pc:docMkLst>
      <pc:sldChg chg="new del">
        <pc:chgData name="John Lee" userId="58a3f885-1391-4760-a61f-6b2196835268" providerId="ADAL" clId="{F2373257-779C-4B55-98FF-27A5B4DD2F23}" dt="2026-01-20T04:06:15.605" v="5" actId="47"/>
        <pc:sldMkLst>
          <pc:docMk/>
          <pc:sldMk cId="1084820843" sldId="256"/>
        </pc:sldMkLst>
      </pc:sldChg>
      <pc:sldChg chg="addSp delSp modSp new del mod modClrScheme chgLayout">
        <pc:chgData name="John Lee" userId="58a3f885-1391-4760-a61f-6b2196835268" providerId="ADAL" clId="{F2373257-779C-4B55-98FF-27A5B4DD2F23}" dt="2026-01-20T08:13:47.862" v="48" actId="47"/>
        <pc:sldMkLst>
          <pc:docMk/>
          <pc:sldMk cId="2050039404" sldId="256"/>
        </pc:sldMkLst>
        <pc:spChg chg="del">
          <ac:chgData name="John Lee" userId="58a3f885-1391-4760-a61f-6b2196835268" providerId="ADAL" clId="{F2373257-779C-4B55-98FF-27A5B4DD2F23}" dt="2026-01-20T08:13:40.553" v="46" actId="700"/>
          <ac:spMkLst>
            <pc:docMk/>
            <pc:sldMk cId="2050039404" sldId="256"/>
            <ac:spMk id="2" creationId="{93512787-DA9E-DA92-D2A2-83731C02BA11}"/>
          </ac:spMkLst>
        </pc:spChg>
        <pc:spChg chg="mod ord">
          <ac:chgData name="John Lee" userId="58a3f885-1391-4760-a61f-6b2196835268" providerId="ADAL" clId="{F2373257-779C-4B55-98FF-27A5B4DD2F23}" dt="2026-01-20T08:13:43.296" v="47" actId="700"/>
          <ac:spMkLst>
            <pc:docMk/>
            <pc:sldMk cId="2050039404" sldId="256"/>
            <ac:spMk id="3" creationId="{FC416B96-E490-3257-8230-DE338DB6821F}"/>
          </ac:spMkLst>
        </pc:spChg>
        <pc:spChg chg="add mod ord">
          <ac:chgData name="John Lee" userId="58a3f885-1391-4760-a61f-6b2196835268" providerId="ADAL" clId="{F2373257-779C-4B55-98FF-27A5B4DD2F23}" dt="2026-01-20T08:13:40.553" v="46" actId="700"/>
          <ac:spMkLst>
            <pc:docMk/>
            <pc:sldMk cId="2050039404" sldId="256"/>
            <ac:spMk id="4" creationId="{96528E41-2F19-3FEA-D76C-3A0DA0407E1E}"/>
          </ac:spMkLst>
        </pc:spChg>
        <pc:spChg chg="add del mod ord">
          <ac:chgData name="John Lee" userId="58a3f885-1391-4760-a61f-6b2196835268" providerId="ADAL" clId="{F2373257-779C-4B55-98FF-27A5B4DD2F23}" dt="2026-01-20T08:13:43.296" v="47" actId="700"/>
          <ac:spMkLst>
            <pc:docMk/>
            <pc:sldMk cId="2050039404" sldId="256"/>
            <ac:spMk id="5" creationId="{96782DC2-D175-3EDC-5C88-6D54374754B1}"/>
          </ac:spMkLst>
        </pc:spChg>
        <pc:spChg chg="add mod ord">
          <ac:chgData name="John Lee" userId="58a3f885-1391-4760-a61f-6b2196835268" providerId="ADAL" clId="{F2373257-779C-4B55-98FF-27A5B4DD2F23}" dt="2026-01-20T08:13:40.553" v="46" actId="700"/>
          <ac:spMkLst>
            <pc:docMk/>
            <pc:sldMk cId="2050039404" sldId="256"/>
            <ac:spMk id="6" creationId="{3D9153F3-0F3C-491A-910E-FA48B0668282}"/>
          </ac:spMkLst>
        </pc:spChg>
        <pc:spChg chg="add del mod ord">
          <ac:chgData name="John Lee" userId="58a3f885-1391-4760-a61f-6b2196835268" providerId="ADAL" clId="{F2373257-779C-4B55-98FF-27A5B4DD2F23}" dt="2026-01-20T08:13:43.296" v="47" actId="700"/>
          <ac:spMkLst>
            <pc:docMk/>
            <pc:sldMk cId="2050039404" sldId="256"/>
            <ac:spMk id="7" creationId="{E5F1A054-3E7F-62E2-B360-FCC0A6BE02AD}"/>
          </ac:spMkLst>
        </pc:spChg>
        <pc:spChg chg="add del mod ord">
          <ac:chgData name="John Lee" userId="58a3f885-1391-4760-a61f-6b2196835268" providerId="ADAL" clId="{F2373257-779C-4B55-98FF-27A5B4DD2F23}" dt="2026-01-20T08:13:43.296" v="47" actId="700"/>
          <ac:spMkLst>
            <pc:docMk/>
            <pc:sldMk cId="2050039404" sldId="256"/>
            <ac:spMk id="8" creationId="{A70A17D4-F3B6-E440-DB74-A6D2D3DA8D90}"/>
          </ac:spMkLst>
        </pc:spChg>
        <pc:spChg chg="add del mod ord">
          <ac:chgData name="John Lee" userId="58a3f885-1391-4760-a61f-6b2196835268" providerId="ADAL" clId="{F2373257-779C-4B55-98FF-27A5B4DD2F23}" dt="2026-01-20T08:13:43.296" v="47" actId="700"/>
          <ac:spMkLst>
            <pc:docMk/>
            <pc:sldMk cId="2050039404" sldId="256"/>
            <ac:spMk id="9" creationId="{AC6B6616-2F44-1B73-92E3-C1D57317D9B8}"/>
          </ac:spMkLst>
        </pc:spChg>
        <pc:spChg chg="add del mod ord">
          <ac:chgData name="John Lee" userId="58a3f885-1391-4760-a61f-6b2196835268" providerId="ADAL" clId="{F2373257-779C-4B55-98FF-27A5B4DD2F23}" dt="2026-01-20T08:13:43.296" v="47" actId="700"/>
          <ac:spMkLst>
            <pc:docMk/>
            <pc:sldMk cId="2050039404" sldId="256"/>
            <ac:spMk id="10" creationId="{B4ACA059-11E9-DC84-1CC5-DB52FF91565A}"/>
          </ac:spMkLst>
        </pc:spChg>
        <pc:spChg chg="add mod ord">
          <ac:chgData name="John Lee" userId="58a3f885-1391-4760-a61f-6b2196835268" providerId="ADAL" clId="{F2373257-779C-4B55-98FF-27A5B4DD2F23}" dt="2026-01-20T08:13:43.296" v="47" actId="700"/>
          <ac:spMkLst>
            <pc:docMk/>
            <pc:sldMk cId="2050039404" sldId="256"/>
            <ac:spMk id="11" creationId="{7FF5EBC4-0BA2-F3E5-D6A7-6D77818669A8}"/>
          </ac:spMkLst>
        </pc:spChg>
        <pc:spChg chg="add mod ord">
          <ac:chgData name="John Lee" userId="58a3f885-1391-4760-a61f-6b2196835268" providerId="ADAL" clId="{F2373257-779C-4B55-98FF-27A5B4DD2F23}" dt="2026-01-20T08:13:43.296" v="47" actId="700"/>
          <ac:spMkLst>
            <pc:docMk/>
            <pc:sldMk cId="2050039404" sldId="256"/>
            <ac:spMk id="12" creationId="{751AE098-9104-BDED-D700-D9BDAE2752CF}"/>
          </ac:spMkLst>
        </pc:spChg>
        <pc:spChg chg="add mod ord">
          <ac:chgData name="John Lee" userId="58a3f885-1391-4760-a61f-6b2196835268" providerId="ADAL" clId="{F2373257-779C-4B55-98FF-27A5B4DD2F23}" dt="2026-01-20T08:13:43.296" v="47" actId="700"/>
          <ac:spMkLst>
            <pc:docMk/>
            <pc:sldMk cId="2050039404" sldId="256"/>
            <ac:spMk id="14" creationId="{7D380070-230E-ACD0-2CC7-958D07D020A7}"/>
          </ac:spMkLst>
        </pc:spChg>
        <pc:spChg chg="add mod ord">
          <ac:chgData name="John Lee" userId="58a3f885-1391-4760-a61f-6b2196835268" providerId="ADAL" clId="{F2373257-779C-4B55-98FF-27A5B4DD2F23}" dt="2026-01-20T08:13:43.296" v="47" actId="700"/>
          <ac:spMkLst>
            <pc:docMk/>
            <pc:sldMk cId="2050039404" sldId="256"/>
            <ac:spMk id="16" creationId="{BEA8CDC5-2C7A-9FA1-5801-3C6F4060A20D}"/>
          </ac:spMkLst>
        </pc:spChg>
      </pc:sldChg>
      <pc:sldMasterChg chg="modSldLayout">
        <pc:chgData name="John Lee" userId="58a3f885-1391-4760-a61f-6b2196835268" providerId="ADAL" clId="{F2373257-779C-4B55-98FF-27A5B4DD2F23}" dt="2026-01-20T08:13:30.347" v="44" actId="14100"/>
        <pc:sldMasterMkLst>
          <pc:docMk/>
          <pc:sldMasterMk cId="1807529114" sldId="2147483673"/>
        </pc:sldMasterMkLst>
        <pc:sldLayoutChg chg="modSp mod">
          <pc:chgData name="John Lee" userId="58a3f885-1391-4760-a61f-6b2196835268" providerId="ADAL" clId="{F2373257-779C-4B55-98FF-27A5B4DD2F23}" dt="2026-01-20T04:04:43.564" v="2" actId="122"/>
          <pc:sldLayoutMkLst>
            <pc:docMk/>
            <pc:sldMasterMk cId="1807529114" sldId="2147483673"/>
            <pc:sldLayoutMk cId="1992356486" sldId="2147483681"/>
          </pc:sldLayoutMkLst>
          <pc:spChg chg="mod">
            <ac:chgData name="John Lee" userId="58a3f885-1391-4760-a61f-6b2196835268" providerId="ADAL" clId="{F2373257-779C-4B55-98FF-27A5B4DD2F23}" dt="2026-01-20T04:04:43.564" v="2" actId="122"/>
            <ac:spMkLst>
              <pc:docMk/>
              <pc:sldMasterMk cId="1807529114" sldId="2147483673"/>
              <pc:sldLayoutMk cId="1992356486" sldId="2147483681"/>
              <ac:spMk id="66" creationId="{89276815-6A5A-8111-A932-476E38E024B7}"/>
            </ac:spMkLst>
          </pc:spChg>
        </pc:sldLayoutChg>
        <pc:sldLayoutChg chg="modSp mod">
          <pc:chgData name="John Lee" userId="58a3f885-1391-4760-a61f-6b2196835268" providerId="ADAL" clId="{F2373257-779C-4B55-98FF-27A5B4DD2F23}" dt="2026-01-20T08:13:30.347" v="44" actId="14100"/>
          <pc:sldLayoutMkLst>
            <pc:docMk/>
            <pc:sldMasterMk cId="1807529114" sldId="2147483673"/>
            <pc:sldLayoutMk cId="763541663" sldId="2147483686"/>
          </pc:sldLayoutMkLst>
          <pc:spChg chg="mod">
            <ac:chgData name="John Lee" userId="58a3f885-1391-4760-a61f-6b2196835268" providerId="ADAL" clId="{F2373257-779C-4B55-98FF-27A5B4DD2F23}" dt="2026-01-20T08:13:23.826" v="42" actId="14100"/>
            <ac:spMkLst>
              <pc:docMk/>
              <pc:sldMasterMk cId="1807529114" sldId="2147483673"/>
              <pc:sldLayoutMk cId="763541663" sldId="2147483686"/>
              <ac:spMk id="65" creationId="{ADE9A7E1-11AE-4D68-B9A2-B7E45A49D92C}"/>
            </ac:spMkLst>
          </pc:spChg>
          <pc:spChg chg="mod">
            <ac:chgData name="John Lee" userId="58a3f885-1391-4760-a61f-6b2196835268" providerId="ADAL" clId="{F2373257-779C-4B55-98FF-27A5B4DD2F23}" dt="2026-01-20T08:13:30.347" v="44" actId="14100"/>
            <ac:spMkLst>
              <pc:docMk/>
              <pc:sldMasterMk cId="1807529114" sldId="2147483673"/>
              <pc:sldLayoutMk cId="763541663" sldId="2147483686"/>
              <ac:spMk id="66" creationId="{89276815-6A5A-8111-A932-476E38E024B7}"/>
            </ac:spMkLst>
          </pc:spChg>
          <pc:spChg chg="mod">
            <ac:chgData name="John Lee" userId="58a3f885-1391-4760-a61f-6b2196835268" providerId="ADAL" clId="{F2373257-779C-4B55-98FF-27A5B4DD2F23}" dt="2026-01-20T08:13:17.407" v="41" actId="14100"/>
            <ac:spMkLst>
              <pc:docMk/>
              <pc:sldMasterMk cId="1807529114" sldId="2147483673"/>
              <pc:sldLayoutMk cId="763541663" sldId="2147483686"/>
              <ac:spMk id="87" creationId="{A88D6341-5A51-C427-1C83-A6BDE60683D3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FF918A-F105-E282-F980-F449FC8CEC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C4134C-538A-BE63-4D61-25BFF931893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33581-10C8-4874-8376-93CC3B71AADA}" type="datetimeFigureOut">
              <a:rPr lang="en-SG" smtClean="0"/>
              <a:t>20/1/2026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CCB33-CA0C-30D9-7A27-2CCB3CC83BA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2DE7C6-7C1E-7DAE-A579-B38DC66BA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817E41-2823-4CF4-9D6D-A3643B5C9BBB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05534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CB451EFC-5CF8-432D-05EB-DC7EE088FF43}"/>
              </a:ext>
            </a:extLst>
          </p:cNvPr>
          <p:cNvSpPr txBox="1">
            <a:spLocks/>
          </p:cNvSpPr>
          <p:nvPr userDrawn="1"/>
        </p:nvSpPr>
        <p:spPr>
          <a:xfrm>
            <a:off x="353999" y="314203"/>
            <a:ext cx="5482656" cy="27781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Welcome!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633FC24-583F-D72B-4A2A-32EA1B7CBF9C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E87B90-FCB6-EE7C-E03E-337F6DEEB88A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88C776-F515-B3E8-0F5F-78009886839F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A8485B-AF77-864D-A50B-63E0BC07521C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664879B-628B-4837-A09F-82AEFD33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23" y="977881"/>
            <a:ext cx="4988667" cy="350501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600" b="1"/>
            </a:lvl1pPr>
          </a:lstStyle>
          <a:p>
            <a:endParaRPr lang="en-SG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0C5AF4-AF70-3CF0-3FB7-0712C7455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41" y="5958167"/>
            <a:ext cx="1014188" cy="17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537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2754FA48-D968-ABB1-4ED2-5C9C77717C9E}"/>
              </a:ext>
            </a:extLst>
          </p:cNvPr>
          <p:cNvSpPr/>
          <p:nvPr userDrawn="1"/>
        </p:nvSpPr>
        <p:spPr>
          <a:xfrm>
            <a:off x="359999" y="676843"/>
            <a:ext cx="5470647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827EE266-A5C7-7254-35DB-81104FB4DA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3854" y="836617"/>
            <a:ext cx="5204603" cy="451567"/>
          </a:xfrm>
          <a:noFill/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</a:lstStyle>
          <a:p>
            <a:pPr lvl="0"/>
            <a:endParaRPr lang="en-SG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F11C173-A41E-6A22-F17D-40B934A580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61356" y="314203"/>
            <a:ext cx="5482654" cy="275172"/>
          </a:xfrm>
          <a:solidFill>
            <a:srgbClr val="404040"/>
          </a:solidFill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EDD99-7F9C-D062-1C21-ABA1FC89A6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7990" y="314203"/>
            <a:ext cx="5482654" cy="275172"/>
          </a:xfrm>
          <a:solidFill>
            <a:schemeClr val="tx1"/>
          </a:solidFill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SG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F2530D9-38E0-F368-CE5D-66D9EDC8A1F7}"/>
              </a:ext>
            </a:extLst>
          </p:cNvPr>
          <p:cNvGrpSpPr/>
          <p:nvPr userDrawn="1"/>
        </p:nvGrpSpPr>
        <p:grpSpPr>
          <a:xfrm>
            <a:off x="6355346" y="688589"/>
            <a:ext cx="5480998" cy="5495537"/>
            <a:chOff x="753200" y="588100"/>
            <a:chExt cx="5480998" cy="5495537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D76F14C5-AEE6-7CF2-0D7F-8EBA6CFC5968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84BDFBE-5A16-B05F-AC2B-C61E86B69BA1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F93908F-27E4-FFFC-C64A-E450D0EEB7F9}"/>
                </a:ext>
              </a:extLst>
            </p:cNvPr>
            <p:cNvSpPr/>
            <p:nvPr userDrawn="1"/>
          </p:nvSpPr>
          <p:spPr>
            <a:xfrm>
              <a:off x="753200" y="588100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9A52967-2D29-FFF9-09AA-63DFEB80B6F2}"/>
              </a:ext>
            </a:extLst>
          </p:cNvPr>
          <p:cNvSpPr/>
          <p:nvPr userDrawn="1"/>
        </p:nvSpPr>
        <p:spPr>
          <a:xfrm>
            <a:off x="11826001" y="-3217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4244446-A4A8-FC0F-03EE-A0E52148A33D}"/>
              </a:ext>
            </a:extLst>
          </p:cNvPr>
          <p:cNvSpPr/>
          <p:nvPr userDrawn="1"/>
        </p:nvSpPr>
        <p:spPr>
          <a:xfrm>
            <a:off x="11826001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191483-D3E3-3049-C23F-3ED3A39B667A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CEFD8A22-D8A5-DFDB-590A-CE48766008BC}"/>
              </a:ext>
            </a:extLst>
          </p:cNvPr>
          <p:cNvSpPr/>
          <p:nvPr userDrawn="1"/>
        </p:nvSpPr>
        <p:spPr>
          <a:xfrm>
            <a:off x="0" y="6156501"/>
            <a:ext cx="360000" cy="36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07957763-BE4B-ED81-D244-E73401280D3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33400" y="836617"/>
            <a:ext cx="5202600" cy="451567"/>
          </a:xfrm>
          <a:noFill/>
        </p:spPr>
        <p:txBody>
          <a:bodyPr anchor="ctr">
            <a:noAutofit/>
          </a:bodyPr>
          <a:lstStyle>
            <a:lvl1pPr marL="0" indent="0">
              <a:buNone/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endParaRPr lang="en-SG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E690537-57AE-836D-9F70-F84B229D2E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91710" y="1403350"/>
            <a:ext cx="5207415" cy="451805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lang="en-SG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1D5F2719-9D5C-DA04-1FBA-ADED14D389B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31398" y="1403350"/>
            <a:ext cx="5202599" cy="451805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75585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1FDA6728-510C-AB51-1509-EF01A7D9302C}"/>
              </a:ext>
            </a:extLst>
          </p:cNvPr>
          <p:cNvSpPr/>
          <p:nvPr userDrawn="1"/>
        </p:nvSpPr>
        <p:spPr>
          <a:xfrm>
            <a:off x="359999" y="676843"/>
            <a:ext cx="11465998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DA54736C-64E9-18A1-C9CB-B1E75B3D64EE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endParaRPr lang="en-SG" sz="1600" b="1">
              <a:solidFill>
                <a:schemeClr val="bg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5A7BE9-23BD-670D-0477-C2F7A75BB78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7990" y="314203"/>
            <a:ext cx="5482654" cy="275172"/>
          </a:xfrm>
          <a:solidFill>
            <a:schemeClr val="tx1"/>
          </a:solidFill>
        </p:spPr>
        <p:txBody>
          <a:bodyPr anchor="b">
            <a:norm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endParaRPr lang="en-SG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C796EF7-4F30-1C87-4224-A375908ED556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360363" y="713051"/>
            <a:ext cx="11464925" cy="5443273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76446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norm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32">
            <a:extLst>
              <a:ext uri="{FF2B5EF4-FFF2-40B4-BE49-F238E27FC236}">
                <a16:creationId xmlns:a16="http://schemas.microsoft.com/office/drawing/2014/main" id="{4E453247-1FBF-47F2-979D-D9E85C7D403A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B96B52D-0330-531F-5FB1-ECBFD10C61CF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27F7963-E0D6-7DC7-E3F7-F144D05CBF78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7920C9B-B4D5-3E12-CC8F-DD89537856E9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10" name="Title 1">
            <a:extLst>
              <a:ext uri="{FF2B5EF4-FFF2-40B4-BE49-F238E27FC236}">
                <a16:creationId xmlns:a16="http://schemas.microsoft.com/office/drawing/2014/main" id="{E664879B-628B-4837-A09F-82AEFD33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723" y="977881"/>
            <a:ext cx="4988667" cy="350501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3600" b="1"/>
            </a:lvl1pPr>
          </a:lstStyle>
          <a:p>
            <a:endParaRPr lang="en-SG"/>
          </a:p>
        </p:txBody>
      </p: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EE660BF-B639-AF97-B7AC-35FF50D44E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20">
            <a:extLst>
              <a:ext uri="{FF2B5EF4-FFF2-40B4-BE49-F238E27FC236}">
                <a16:creationId xmlns:a16="http://schemas.microsoft.com/office/drawing/2014/main" id="{1292000B-FBDC-735C-A1EB-16A8623E1BE9}"/>
              </a:ext>
            </a:extLst>
          </p:cNvPr>
          <p:cNvSpPr txBox="1">
            <a:spLocks/>
          </p:cNvSpPr>
          <p:nvPr userDrawn="1"/>
        </p:nvSpPr>
        <p:spPr>
          <a:xfrm>
            <a:off x="353999" y="314203"/>
            <a:ext cx="5482656" cy="27781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288699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_si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C5FE605-DB36-0839-F79A-8C621A9F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109994"/>
            <a:ext cx="11466000" cy="157743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44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36874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701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ope_of_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" name="Group 59">
            <a:extLst>
              <a:ext uri="{FF2B5EF4-FFF2-40B4-BE49-F238E27FC236}">
                <a16:creationId xmlns:a16="http://schemas.microsoft.com/office/drawing/2014/main" id="{8750EA25-07F3-2E2A-2264-AA7CFED04F4C}"/>
              </a:ext>
            </a:extLst>
          </p:cNvPr>
          <p:cNvGrpSpPr/>
          <p:nvPr userDrawn="1"/>
        </p:nvGrpSpPr>
        <p:grpSpPr>
          <a:xfrm>
            <a:off x="6355346" y="436661"/>
            <a:ext cx="5480998" cy="5747465"/>
            <a:chOff x="6355346" y="436404"/>
            <a:chExt cx="5480998" cy="574746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DD6D3EE-C5BF-3A9F-B3BC-BFE3581A7079}"/>
                </a:ext>
              </a:extLst>
            </p:cNvPr>
            <p:cNvGrpSpPr/>
            <p:nvPr userDrawn="1"/>
          </p:nvGrpSpPr>
          <p:grpSpPr>
            <a:xfrm>
              <a:off x="6355346" y="688332"/>
              <a:ext cx="5480998" cy="5495537"/>
              <a:chOff x="753200" y="588100"/>
              <a:chExt cx="5480998" cy="5495537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516A719-4AAA-8B81-E796-43BA9E0BEBF9}"/>
                  </a:ext>
                </a:extLst>
              </p:cNvPr>
              <p:cNvSpPr/>
              <p:nvPr userDrawn="1"/>
            </p:nvSpPr>
            <p:spPr>
              <a:xfrm>
                <a:off x="891398" y="732037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60426C93-4A39-9E0C-C27E-11E23E5D4321}"/>
                  </a:ext>
                </a:extLst>
              </p:cNvPr>
              <p:cNvSpPr/>
              <p:nvPr userDrawn="1"/>
            </p:nvSpPr>
            <p:spPr>
              <a:xfrm>
                <a:off x="824302" y="664301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AFBCA00B-F80E-F014-A15D-272579C162D9}"/>
                  </a:ext>
                </a:extLst>
              </p:cNvPr>
              <p:cNvSpPr/>
              <p:nvPr userDrawn="1"/>
            </p:nvSpPr>
            <p:spPr>
              <a:xfrm>
                <a:off x="753200" y="588100"/>
                <a:ext cx="5342800" cy="5351600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G"/>
              </a:p>
            </p:txBody>
          </p:sp>
        </p:grpSp>
        <p:pic>
          <p:nvPicPr>
            <p:cNvPr id="1026" name="Picture 2" descr="Free Map Vectors, 84,000+ Images in AI, EPS format">
              <a:extLst>
                <a:ext uri="{FF2B5EF4-FFF2-40B4-BE49-F238E27FC236}">
                  <a16:creationId xmlns:a16="http://schemas.microsoft.com/office/drawing/2014/main" id="{93B11390-755D-4344-BF36-6762678A7685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2">
              <a:clrChange>
                <a:clrFrom>
                  <a:srgbClr val="FEFEFE"/>
                </a:clrFrom>
                <a:clrTo>
                  <a:srgbClr val="FEFEFE">
                    <a:alpha val="0"/>
                  </a:srgbClr>
                </a:clrTo>
              </a:clrChange>
              <a:alphaModFix amt="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66055" y="436404"/>
              <a:ext cx="4721381" cy="4721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4" name="Text Placeholder 2">
              <a:extLst>
                <a:ext uri="{FF2B5EF4-FFF2-40B4-BE49-F238E27FC236}">
                  <a16:creationId xmlns:a16="http://schemas.microsoft.com/office/drawing/2014/main" id="{F5498B50-B60C-06C5-8427-EC8C5EBA9CD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460678" y="5065741"/>
              <a:ext cx="5237468" cy="843630"/>
            </a:xfrm>
            <a:prstGeom prst="rect">
              <a:avLst/>
            </a:prstGeom>
          </p:spPr>
          <p:txBody>
            <a:bodyPr anchor="ctr"/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1100"/>
                <a:t>All results presented in this report were discovered within the above focus data pool; no other data was used for analysis.</a:t>
              </a:r>
            </a:p>
            <a:p>
              <a:pPr marL="0" indent="0" algn="ctr">
                <a:buNone/>
              </a:pPr>
              <a:r>
                <a:rPr lang="en-US" sz="1100"/>
                <a:t>Final sample set used for analysis follows the RRS rule of being Representative, Random and Significant to eliminate bias.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E389DA9-BAE3-EDA0-5EBC-8701FC1D73B4}"/>
                </a:ext>
              </a:extLst>
            </p:cNvPr>
            <p:cNvSpPr txBox="1"/>
            <p:nvPr userDrawn="1"/>
          </p:nvSpPr>
          <p:spPr>
            <a:xfrm>
              <a:off x="7530982" y="831907"/>
              <a:ext cx="299152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SG" sz="2400" b="1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What did we find?</a:t>
              </a:r>
            </a:p>
          </p:txBody>
        </p: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E1AEFCE-48BE-B08E-0DD0-DF49E6B86B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5FE03A8D-0E91-994E-1002-CE95049C90F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BE7CF9-D3E4-725C-7423-27598E167F0C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9C4052A5-E5DE-5DDB-08ED-54595DC840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731F34C-939F-E630-9909-267D34977456}"/>
              </a:ext>
            </a:extLst>
          </p:cNvPr>
          <p:cNvSpPr/>
          <p:nvPr userDrawn="1"/>
        </p:nvSpPr>
        <p:spPr>
          <a:xfrm>
            <a:off x="359999" y="676843"/>
            <a:ext cx="5470647" cy="5479658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sz="1400"/>
          </a:p>
        </p:txBody>
      </p:sp>
      <p:sp>
        <p:nvSpPr>
          <p:cNvPr id="23" name="Table Placeholder 5">
            <a:extLst>
              <a:ext uri="{FF2B5EF4-FFF2-40B4-BE49-F238E27FC236}">
                <a16:creationId xmlns:a16="http://schemas.microsoft.com/office/drawing/2014/main" id="{7F5FA139-98CE-464E-B621-CA5C241F375E}"/>
              </a:ext>
            </a:extLst>
          </p:cNvPr>
          <p:cNvSpPr>
            <a:spLocks noGrp="1"/>
          </p:cNvSpPr>
          <p:nvPr userDrawn="1">
            <p:ph type="tbl" sz="quarter" idx="19"/>
          </p:nvPr>
        </p:nvSpPr>
        <p:spPr>
          <a:xfrm>
            <a:off x="7267058" y="1501358"/>
            <a:ext cx="3595679" cy="3228996"/>
          </a:xfrm>
        </p:spPr>
        <p:txBody>
          <a:bodyPr/>
          <a:lstStyle/>
          <a:p>
            <a:endParaRPr lang="en-SG"/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C0191483-D3E3-3049-C23F-3ED3A39B667A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 Placeholder 3">
            <a:extLst>
              <a:ext uri="{FF2B5EF4-FFF2-40B4-BE49-F238E27FC236}">
                <a16:creationId xmlns:a16="http://schemas.microsoft.com/office/drawing/2014/main" id="{71337236-F345-2FAB-432A-AB7E112135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4798" y="1434433"/>
            <a:ext cx="5061048" cy="91061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endParaRPr lang="en-SG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6CEFC65-1A07-6C69-577B-4B4774D7EECD}"/>
              </a:ext>
            </a:extLst>
          </p:cNvPr>
          <p:cNvSpPr txBox="1"/>
          <p:nvPr userDrawn="1"/>
        </p:nvSpPr>
        <p:spPr>
          <a:xfrm>
            <a:off x="1472003" y="826520"/>
            <a:ext cx="314541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2400" b="1"/>
              <a:t>What is the scope?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E01334C-B505-0213-164A-7B1932892BD7}"/>
              </a:ext>
            </a:extLst>
          </p:cNvPr>
          <p:cNvCxnSpPr/>
          <p:nvPr userDrawn="1"/>
        </p:nvCxnSpPr>
        <p:spPr>
          <a:xfrm flipV="1">
            <a:off x="2357025" y="3515669"/>
            <a:ext cx="1470212" cy="1470212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 Placeholder 20">
            <a:extLst>
              <a:ext uri="{FF2B5EF4-FFF2-40B4-BE49-F238E27FC236}">
                <a16:creationId xmlns:a16="http://schemas.microsoft.com/office/drawing/2014/main" id="{84E2DBD2-754D-E07E-CD01-736BB21A7559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Scope of work</a:t>
            </a:r>
          </a:p>
        </p:txBody>
      </p:sp>
      <p:sp>
        <p:nvSpPr>
          <p:cNvPr id="61" name="Text Placeholder 20">
            <a:extLst>
              <a:ext uri="{FF2B5EF4-FFF2-40B4-BE49-F238E27FC236}">
                <a16:creationId xmlns:a16="http://schemas.microsoft.com/office/drawing/2014/main" id="{6C23FBC2-75FD-9B91-0E54-419D8F887D14}"/>
              </a:ext>
            </a:extLst>
          </p:cNvPr>
          <p:cNvSpPr txBox="1">
            <a:spLocks/>
          </p:cNvSpPr>
          <p:nvPr userDrawn="1"/>
        </p:nvSpPr>
        <p:spPr>
          <a:xfrm>
            <a:off x="6361355" y="316843"/>
            <a:ext cx="5482656" cy="27517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Base people used for analysis</a:t>
            </a:r>
          </a:p>
        </p:txBody>
      </p:sp>
    </p:spTree>
    <p:extLst>
      <p:ext uri="{BB962C8B-B14F-4D97-AF65-F5344CB8AC3E}">
        <p14:creationId xmlns:p14="http://schemas.microsoft.com/office/powerpoint/2010/main" val="3593814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B13157-346F-462F-36A7-F5AC3E522F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585" y="468232"/>
            <a:ext cx="8167353" cy="1429144"/>
          </a:xfrm>
        </p:spPr>
        <p:txBody>
          <a:bodyPr>
            <a:normAutofit/>
          </a:bodyPr>
          <a:lstStyle>
            <a:lvl1pPr marL="0" indent="0">
              <a:buNone/>
              <a:defRPr sz="1100" i="1"/>
            </a:lvl1pPr>
          </a:lstStyle>
          <a:p>
            <a:pPr lvl="0"/>
            <a:r>
              <a:rPr lang="en-SG"/>
              <a:t>Text placeholder for [Questions to answer]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A11D9C-73FE-4220-A1D9-6B2BDD494F0C}"/>
              </a:ext>
            </a:extLst>
          </p:cNvPr>
          <p:cNvSpPr/>
          <p:nvPr userDrawn="1"/>
        </p:nvSpPr>
        <p:spPr>
          <a:xfrm>
            <a:off x="0" y="2"/>
            <a:ext cx="3320663" cy="6857998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45994" y="6589483"/>
            <a:ext cx="7566455" cy="182562"/>
          </a:xfrm>
        </p:spPr>
        <p:txBody>
          <a:bodyPr anchor="ctr">
            <a:noAutofit/>
          </a:bodyPr>
          <a:lstStyle>
            <a:lvl1pPr marL="0" indent="0" algn="l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168437" y="6501219"/>
            <a:ext cx="86575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B4C365-BA6E-46EF-8C12-6C80647037A9}"/>
              </a:ext>
            </a:extLst>
          </p:cNvPr>
          <p:cNvCxnSpPr>
            <a:cxnSpLocks/>
          </p:cNvCxnSpPr>
          <p:nvPr userDrawn="1"/>
        </p:nvCxnSpPr>
        <p:spPr>
          <a:xfrm>
            <a:off x="354001" y="356783"/>
            <a:ext cx="259382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2F0D87D-FB46-C3E6-C830-A40078875A28}"/>
              </a:ext>
            </a:extLst>
          </p:cNvPr>
          <p:cNvCxnSpPr>
            <a:cxnSpLocks/>
          </p:cNvCxnSpPr>
          <p:nvPr userDrawn="1"/>
        </p:nvCxnSpPr>
        <p:spPr>
          <a:xfrm>
            <a:off x="3651808" y="356783"/>
            <a:ext cx="816735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8223" y="99991"/>
            <a:ext cx="8881777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45FC52-0D31-97A7-FE5B-37F972F98A12}"/>
              </a:ext>
            </a:extLst>
          </p:cNvPr>
          <p:cNvSpPr/>
          <p:nvPr userDrawn="1"/>
        </p:nvSpPr>
        <p:spPr>
          <a:xfrm>
            <a:off x="-717000" y="-3217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A88D6341-5A51-C427-1C83-A6BDE6068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7A776BB-CFA9-CA45-FBDA-437581AC4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001" y="468234"/>
            <a:ext cx="2577807" cy="2849314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core commentary.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6712DDA-92A2-BFC1-29BA-6F4E10F60F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001" y="3535965"/>
            <a:ext cx="2416855" cy="2830553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supplementary commentary.</a:t>
            </a:r>
          </a:p>
        </p:txBody>
      </p:sp>
      <p:sp>
        <p:nvSpPr>
          <p:cNvPr id="4" name="Table Placeholder 11">
            <a:extLst>
              <a:ext uri="{FF2B5EF4-FFF2-40B4-BE49-F238E27FC236}">
                <a16:creationId xmlns:a16="http://schemas.microsoft.com/office/drawing/2014/main" id="{2F29FD39-B220-6DC3-E929-CE688649D1EA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3658648" y="2316766"/>
            <a:ext cx="8167353" cy="2438397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23564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E17B1A5D-B58B-DB24-10F3-FCF6ECE73FC7}"/>
              </a:ext>
            </a:extLst>
          </p:cNvPr>
          <p:cNvSpPr>
            <a:spLocks/>
          </p:cNvSpPr>
          <p:nvPr userDrawn="1"/>
        </p:nvSpPr>
        <p:spPr>
          <a:xfrm rot="5400000" flipV="1">
            <a:off x="5175874" y="-4819779"/>
            <a:ext cx="1840253" cy="12192000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4B13157-346F-462F-36A7-F5AC3E522F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3999" y="3006016"/>
            <a:ext cx="2782800" cy="2437200"/>
          </a:xfrm>
        </p:spPr>
        <p:txBody>
          <a:bodyPr>
            <a:normAutofit/>
          </a:bodyPr>
          <a:lstStyle>
            <a:lvl1pPr marL="0" indent="0">
              <a:buNone/>
              <a:defRPr sz="1100" i="1"/>
            </a:lvl1pPr>
          </a:lstStyle>
          <a:p>
            <a:pPr lvl="0"/>
            <a:r>
              <a:rPr lang="en-SG"/>
              <a:t>Text placeholder for [Questions to answer]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6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54000" y="6501219"/>
            <a:ext cx="11472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800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SG" dirty="0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154000" y="99991"/>
            <a:ext cx="7872650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SG" dirty="0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45FC52-0D31-97A7-FE5B-37F972F98A12}"/>
              </a:ext>
            </a:extLst>
          </p:cNvPr>
          <p:cNvSpPr/>
          <p:nvPr userDrawn="1"/>
        </p:nvSpPr>
        <p:spPr>
          <a:xfrm>
            <a:off x="-717000" y="-3217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A88D6341-5A51-C427-1C83-A6BDE6068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026650" y="99991"/>
            <a:ext cx="1799351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  <a:endParaRPr lang="en-SG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7A776BB-CFA9-CA45-FBDA-437581AC4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001" y="468234"/>
            <a:ext cx="11472000" cy="808471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core commentary.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6712DDA-92A2-BFC1-29BA-6F4E10F60F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001" y="1276705"/>
            <a:ext cx="11472000" cy="575793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supplementary commentary.</a:t>
            </a:r>
          </a:p>
        </p:txBody>
      </p:sp>
      <p:sp>
        <p:nvSpPr>
          <p:cNvPr id="4" name="Table Placeholder 11">
            <a:extLst>
              <a:ext uri="{FF2B5EF4-FFF2-40B4-BE49-F238E27FC236}">
                <a16:creationId xmlns:a16="http://schemas.microsoft.com/office/drawing/2014/main" id="{2F29FD39-B220-6DC3-E929-CE688649D1EA}"/>
              </a:ext>
            </a:extLst>
          </p:cNvPr>
          <p:cNvSpPr>
            <a:spLocks noGrp="1"/>
          </p:cNvSpPr>
          <p:nvPr>
            <p:ph type="tbl" sz="quarter" idx="21"/>
          </p:nvPr>
        </p:nvSpPr>
        <p:spPr>
          <a:xfrm>
            <a:off x="3308401" y="3004819"/>
            <a:ext cx="8517600" cy="2438397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63541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eestyle_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A11D9C-73FE-4220-A1D9-6B2BDD494F0C}"/>
              </a:ext>
            </a:extLst>
          </p:cNvPr>
          <p:cNvSpPr/>
          <p:nvPr userDrawn="1"/>
        </p:nvSpPr>
        <p:spPr>
          <a:xfrm>
            <a:off x="0" y="2"/>
            <a:ext cx="3320663" cy="6857998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45994" y="6589483"/>
            <a:ext cx="7566455" cy="182562"/>
          </a:xfrm>
        </p:spPr>
        <p:txBody>
          <a:bodyPr anchor="ctr">
            <a:noAutofit/>
          </a:bodyPr>
          <a:lstStyle>
            <a:lvl1pPr marL="0" indent="0" algn="l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168437" y="6501219"/>
            <a:ext cx="8657564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1B4C365-BA6E-46EF-8C12-6C80647037A9}"/>
              </a:ext>
            </a:extLst>
          </p:cNvPr>
          <p:cNvCxnSpPr>
            <a:cxnSpLocks/>
          </p:cNvCxnSpPr>
          <p:nvPr userDrawn="1"/>
        </p:nvCxnSpPr>
        <p:spPr>
          <a:xfrm>
            <a:off x="354001" y="356783"/>
            <a:ext cx="2593825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2F0D87D-FB46-C3E6-C830-A40078875A28}"/>
              </a:ext>
            </a:extLst>
          </p:cNvPr>
          <p:cNvCxnSpPr>
            <a:cxnSpLocks/>
          </p:cNvCxnSpPr>
          <p:nvPr userDrawn="1"/>
        </p:nvCxnSpPr>
        <p:spPr>
          <a:xfrm>
            <a:off x="3651808" y="356783"/>
            <a:ext cx="8167353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48224" y="99991"/>
            <a:ext cx="1296000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9" name="Text Placeholder 3">
            <a:extLst>
              <a:ext uri="{FF2B5EF4-FFF2-40B4-BE49-F238E27FC236}">
                <a16:creationId xmlns:a16="http://schemas.microsoft.com/office/drawing/2014/main" id="{1CC20266-7476-7180-BCCB-4A0680DF98B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4001" y="468235"/>
            <a:ext cx="2075073" cy="5898283"/>
          </a:xfrm>
          <a:noFill/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endParaRPr lang="en-SG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4BAA720-BA05-B09D-93DA-86E60CA6CA5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39E6BF02-7CA9-25C7-A5E2-69788ECB333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51585" y="468232"/>
            <a:ext cx="8167353" cy="1429144"/>
          </a:xfrm>
        </p:spPr>
        <p:txBody>
          <a:bodyPr>
            <a:normAutofit/>
          </a:bodyPr>
          <a:lstStyle>
            <a:lvl1pPr marL="0" indent="0">
              <a:buNone/>
              <a:defRPr sz="1100" i="1"/>
            </a:lvl1pPr>
          </a:lstStyle>
          <a:p>
            <a:pPr lvl="0"/>
            <a:r>
              <a:rPr lang="en-SG"/>
              <a:t>Text placeholder for [Questions to answer]</a:t>
            </a:r>
          </a:p>
        </p:txBody>
      </p:sp>
    </p:spTree>
    <p:extLst>
      <p:ext uri="{BB962C8B-B14F-4D97-AF65-F5344CB8AC3E}">
        <p14:creationId xmlns:p14="http://schemas.microsoft.com/office/powerpoint/2010/main" val="3976803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_Horizontal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">
            <a:extLst>
              <a:ext uri="{FF2B5EF4-FFF2-40B4-BE49-F238E27FC236}">
                <a16:creationId xmlns:a16="http://schemas.microsoft.com/office/drawing/2014/main" id="{E17B1A5D-B58B-DB24-10F3-FCF6ECE73FC7}"/>
              </a:ext>
            </a:extLst>
          </p:cNvPr>
          <p:cNvSpPr>
            <a:spLocks/>
          </p:cNvSpPr>
          <p:nvPr userDrawn="1"/>
        </p:nvSpPr>
        <p:spPr>
          <a:xfrm rot="5400000" flipV="1">
            <a:off x="5175874" y="-4819779"/>
            <a:ext cx="1840253" cy="12192000"/>
          </a:xfrm>
          <a:custGeom>
            <a:avLst/>
            <a:gdLst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3049200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049200"/>
              <a:gd name="connsiteY0" fmla="*/ 0 h 6857998"/>
              <a:gd name="connsiteX1" fmla="*/ 3049200 w 3049200"/>
              <a:gd name="connsiteY1" fmla="*/ 0 h 6857998"/>
              <a:gd name="connsiteX2" fmla="*/ 2777738 w 3049200"/>
              <a:gd name="connsiteY2" fmla="*/ 6857998 h 6857998"/>
              <a:gd name="connsiteX3" fmla="*/ 0 w 3049200"/>
              <a:gd name="connsiteY3" fmla="*/ 6857998 h 6857998"/>
              <a:gd name="connsiteX4" fmla="*/ 0 w 3049200"/>
              <a:gd name="connsiteY4" fmla="*/ 0 h 6857998"/>
              <a:gd name="connsiteX0" fmla="*/ 0 w 3320663"/>
              <a:gd name="connsiteY0" fmla="*/ 0 h 6857998"/>
              <a:gd name="connsiteX1" fmla="*/ 3320663 w 3320663"/>
              <a:gd name="connsiteY1" fmla="*/ 0 h 6857998"/>
              <a:gd name="connsiteX2" fmla="*/ 2777738 w 3320663"/>
              <a:gd name="connsiteY2" fmla="*/ 6857998 h 6857998"/>
              <a:gd name="connsiteX3" fmla="*/ 0 w 3320663"/>
              <a:gd name="connsiteY3" fmla="*/ 6857998 h 6857998"/>
              <a:gd name="connsiteX4" fmla="*/ 0 w 3320663"/>
              <a:gd name="connsiteY4" fmla="*/ 0 h 6857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20663" h="6857998">
                <a:moveTo>
                  <a:pt x="0" y="0"/>
                </a:moveTo>
                <a:lnTo>
                  <a:pt x="3320663" y="0"/>
                </a:lnTo>
                <a:lnTo>
                  <a:pt x="2777738" y="6857998"/>
                </a:lnTo>
                <a:lnTo>
                  <a:pt x="0" y="6857998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4F02BF2-1121-4FB3-8DE0-FF9C69660C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B713CB1-0255-4D8E-8DF6-A9B215F6BC6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6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D064F62-4ED5-4268-A41F-85D9ADA5200E}"/>
              </a:ext>
            </a:extLst>
          </p:cNvPr>
          <p:cNvCxnSpPr>
            <a:cxnSpLocks/>
          </p:cNvCxnSpPr>
          <p:nvPr userDrawn="1"/>
        </p:nvCxnSpPr>
        <p:spPr>
          <a:xfrm>
            <a:off x="354000" y="6501219"/>
            <a:ext cx="11472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 descr="Logo&#10;&#10;Description automatically generated">
            <a:extLst>
              <a:ext uri="{FF2B5EF4-FFF2-40B4-BE49-F238E27FC236}">
                <a16:creationId xmlns:a16="http://schemas.microsoft.com/office/drawing/2014/main" id="{C03EC06A-499C-ED64-D99B-432664055F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ADE9A7E1-11AE-4D68-B9A2-B7E45A49D9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4000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66" name="Text Placeholder 3">
            <a:extLst>
              <a:ext uri="{FF2B5EF4-FFF2-40B4-BE49-F238E27FC236}">
                <a16:creationId xmlns:a16="http://schemas.microsoft.com/office/drawing/2014/main" id="{89276815-6A5A-8111-A932-476E38E024B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650000" y="99991"/>
            <a:ext cx="1283584" cy="17196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txBody>
          <a:bodyPr anchor="ctr">
            <a:noAutofit/>
          </a:bodyPr>
          <a:lstStyle>
            <a:lvl1pPr marL="0" indent="0" algn="l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8D45FC52-0D31-97A7-FE5B-37F972F98A12}"/>
              </a:ext>
            </a:extLst>
          </p:cNvPr>
          <p:cNvSpPr/>
          <p:nvPr userDrawn="1"/>
        </p:nvSpPr>
        <p:spPr>
          <a:xfrm>
            <a:off x="-717000" y="-3217"/>
            <a:ext cx="360000" cy="360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7" name="Text Placeholder 3">
            <a:extLst>
              <a:ext uri="{FF2B5EF4-FFF2-40B4-BE49-F238E27FC236}">
                <a16:creationId xmlns:a16="http://schemas.microsoft.com/office/drawing/2014/main" id="{A88D6341-5A51-C427-1C83-A6BDE60683D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530001" y="99991"/>
            <a:ext cx="1296000" cy="1719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r">
              <a:buNone/>
              <a:defRPr sz="1000" b="1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  <a:endParaRPr lang="en-SG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7A776BB-CFA9-CA45-FBDA-437581AC432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4001" y="468234"/>
            <a:ext cx="11472000" cy="808471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core commentary.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D6712DDA-92A2-BFC1-29BA-6F4E10F60F6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4001" y="1276705"/>
            <a:ext cx="11472000" cy="575793"/>
          </a:xfrm>
          <a:noFill/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SG"/>
              <a:t>For supplementary commentary.</a:t>
            </a:r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51970FF7-5683-C4E9-EB46-534376F44085}"/>
              </a:ext>
            </a:extLst>
          </p:cNvPr>
          <p:cNvSpPr>
            <a:spLocks noGrp="1"/>
          </p:cNvSpPr>
          <p:nvPr>
            <p:ph type="chart" sz="quarter" idx="20"/>
          </p:nvPr>
        </p:nvSpPr>
        <p:spPr>
          <a:xfrm>
            <a:off x="2306772" y="2196348"/>
            <a:ext cx="7566455" cy="4216608"/>
          </a:xfrm>
        </p:spPr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2373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7156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38800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549" y="6624897"/>
            <a:ext cx="633982" cy="111733"/>
          </a:xfrm>
          <a:prstGeom prst="rect">
            <a:avLst/>
          </a:prstGeom>
        </p:spPr>
      </p:pic>
      <p:sp>
        <p:nvSpPr>
          <p:cNvPr id="11" name="Table Placeholder 10">
            <a:extLst>
              <a:ext uri="{FF2B5EF4-FFF2-40B4-BE49-F238E27FC236}">
                <a16:creationId xmlns:a16="http://schemas.microsoft.com/office/drawing/2014/main" id="{CF4A357F-3EB2-E90E-583E-7C76C5491AE9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358775" y="2231869"/>
            <a:ext cx="11466513" cy="931398"/>
          </a:xfrm>
        </p:spPr>
        <p:txBody>
          <a:bodyPr/>
          <a:lstStyle/>
          <a:p>
            <a:endParaRPr lang="en-SG"/>
          </a:p>
        </p:txBody>
      </p:sp>
      <p:sp>
        <p:nvSpPr>
          <p:cNvPr id="12" name="Table Placeholder 10">
            <a:extLst>
              <a:ext uri="{FF2B5EF4-FFF2-40B4-BE49-F238E27FC236}">
                <a16:creationId xmlns:a16="http://schemas.microsoft.com/office/drawing/2014/main" id="{C6754458-E12A-970B-C852-39EF8E172F25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58775" y="5074236"/>
            <a:ext cx="11466513" cy="1068137"/>
          </a:xfrm>
        </p:spPr>
        <p:txBody>
          <a:bodyPr/>
          <a:lstStyle/>
          <a:p>
            <a:endParaRPr lang="en-SG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3F640CA-4DEC-7229-B2D3-C10996ED216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676513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6" name="Picture Placeholder 14">
            <a:extLst>
              <a:ext uri="{FF2B5EF4-FFF2-40B4-BE49-F238E27FC236}">
                <a16:creationId xmlns:a16="http://schemas.microsoft.com/office/drawing/2014/main" id="{D2A8C834-FA15-3B2A-F539-71021E9F935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96474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7" name="Picture Placeholder 14">
            <a:extLst>
              <a:ext uri="{FF2B5EF4-FFF2-40B4-BE49-F238E27FC236}">
                <a16:creationId xmlns:a16="http://schemas.microsoft.com/office/drawing/2014/main" id="{E15A4C7B-060E-C0F5-0AE6-184F456EF0A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16435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19" name="Picture Placeholder 14">
            <a:extLst>
              <a:ext uri="{FF2B5EF4-FFF2-40B4-BE49-F238E27FC236}">
                <a16:creationId xmlns:a16="http://schemas.microsoft.com/office/drawing/2014/main" id="{CE54C169-BAB7-0B16-B98E-3F6FCD5A105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407368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CEF09D92-2364-498B-B266-4DD1C4DF01C8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295577" y="937028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1" name="Picture Placeholder 14">
            <a:extLst>
              <a:ext uri="{FF2B5EF4-FFF2-40B4-BE49-F238E27FC236}">
                <a16:creationId xmlns:a16="http://schemas.microsoft.com/office/drawing/2014/main" id="{B8ED2D62-755C-012A-A4D2-11253406823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2676513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2" name="Picture Placeholder 14">
            <a:extLst>
              <a:ext uri="{FF2B5EF4-FFF2-40B4-BE49-F238E27FC236}">
                <a16:creationId xmlns:a16="http://schemas.microsoft.com/office/drawing/2014/main" id="{D1809D3F-4A73-FE74-F1CD-5EFF434BC4A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596474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301E949F-CBC7-F6C7-0CA1-AE46C670DC3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516435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4" name="Picture Placeholder 14">
            <a:extLst>
              <a:ext uri="{FF2B5EF4-FFF2-40B4-BE49-F238E27FC236}">
                <a16:creationId xmlns:a16="http://schemas.microsoft.com/office/drawing/2014/main" id="{95192CB9-439F-0A0C-5318-9EB5C6F2E93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07368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5" name="Picture Placeholder 14">
            <a:extLst>
              <a:ext uri="{FF2B5EF4-FFF2-40B4-BE49-F238E27FC236}">
                <a16:creationId xmlns:a16="http://schemas.microsoft.com/office/drawing/2014/main" id="{E4E1C4BC-635F-90F3-26EC-87CE01F985D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0295577" y="3738533"/>
            <a:ext cx="1080000" cy="1080000"/>
          </a:xfrm>
          <a:prstGeom prst="ellips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txBody>
          <a:bodyPr>
            <a:normAutofit/>
          </a:bodyPr>
          <a:lstStyle>
            <a:lvl1pPr marL="0" indent="0">
              <a:buNone/>
              <a:defRPr sz="1200"/>
            </a:lvl1pPr>
          </a:lstStyle>
          <a:p>
            <a:endParaRPr lang="en-SG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E80AE4-8C0B-1504-4472-4EC2ADB36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999" y="44680"/>
            <a:ext cx="11459289" cy="582683"/>
          </a:xfrm>
        </p:spPr>
        <p:txBody>
          <a:bodyPr>
            <a:normAutofit/>
          </a:bodyPr>
          <a:lstStyle>
            <a:lvl1pPr>
              <a:defRPr sz="2800" b="0"/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76432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633FC24-583F-D72B-4A2A-32EA1B7CBF9C}"/>
              </a:ext>
            </a:extLst>
          </p:cNvPr>
          <p:cNvGrpSpPr/>
          <p:nvPr userDrawn="1"/>
        </p:nvGrpSpPr>
        <p:grpSpPr>
          <a:xfrm>
            <a:off x="360485" y="676843"/>
            <a:ext cx="5476170" cy="5499925"/>
            <a:chOff x="758028" y="583712"/>
            <a:chExt cx="5476170" cy="549992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E87B90-FCB6-EE7C-E03E-337F6DEEB88A}"/>
                </a:ext>
              </a:extLst>
            </p:cNvPr>
            <p:cNvSpPr/>
            <p:nvPr userDrawn="1"/>
          </p:nvSpPr>
          <p:spPr>
            <a:xfrm>
              <a:off x="891398" y="732037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1088C776-F515-B3E8-0F5F-78009886839F}"/>
                </a:ext>
              </a:extLst>
            </p:cNvPr>
            <p:cNvSpPr/>
            <p:nvPr userDrawn="1"/>
          </p:nvSpPr>
          <p:spPr>
            <a:xfrm>
              <a:off x="824302" y="664301"/>
              <a:ext cx="5342800" cy="53516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2A8485B-AF77-864D-A50B-63E0BC07521C}"/>
                </a:ext>
              </a:extLst>
            </p:cNvPr>
            <p:cNvSpPr/>
            <p:nvPr userDrawn="1"/>
          </p:nvSpPr>
          <p:spPr>
            <a:xfrm>
              <a:off x="758028" y="583712"/>
              <a:ext cx="5337971" cy="5355988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" name="Isosceles Triangle 2">
            <a:extLst>
              <a:ext uri="{FF2B5EF4-FFF2-40B4-BE49-F238E27FC236}">
                <a16:creationId xmlns:a16="http://schemas.microsoft.com/office/drawing/2014/main" id="{46736E71-BF98-4DA3-9772-D57949D15FC3}"/>
              </a:ext>
            </a:extLst>
          </p:cNvPr>
          <p:cNvSpPr/>
          <p:nvPr userDrawn="1"/>
        </p:nvSpPr>
        <p:spPr>
          <a:xfrm rot="16200000">
            <a:off x="3387430" y="3719029"/>
            <a:ext cx="2509489" cy="2509489"/>
          </a:xfrm>
          <a:prstGeom prst="triangle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7104395-3F83-D4AE-AA60-199B84E7CB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19C90AE-C310-B242-FA22-D56F77BA5630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C5A062BB-602E-31B9-D477-B2F52E198D08}"/>
              </a:ext>
            </a:extLst>
          </p:cNvPr>
          <p:cNvSpPr txBox="1">
            <a:spLocks/>
          </p:cNvSpPr>
          <p:nvPr userDrawn="1"/>
        </p:nvSpPr>
        <p:spPr>
          <a:xfrm>
            <a:off x="353999" y="316843"/>
            <a:ext cx="5482656" cy="275172"/>
          </a:xfrm>
          <a:prstGeom prst="rect">
            <a:avLst/>
          </a:prstGeom>
          <a:solidFill>
            <a:schemeClr val="tx1"/>
          </a:solidFill>
        </p:spPr>
        <p:txBody>
          <a:bodyPr anchor="ctr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SG" sz="1600" b="1">
                <a:solidFill>
                  <a:schemeClr val="bg1"/>
                </a:solidFill>
              </a:rPr>
              <a:t>We’ve reached the end.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E90FF4-67BB-324C-D13A-501ABE8B02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352945"/>
            <a:ext cx="0" cy="5803556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890C5AF4-AF70-3CF0-3FB7-0712C7455F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341" y="5958167"/>
            <a:ext cx="1014188" cy="178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46AB60-B51C-006A-F85E-E9A655C8001D}"/>
              </a:ext>
            </a:extLst>
          </p:cNvPr>
          <p:cNvSpPr txBox="1"/>
          <p:nvPr userDrawn="1"/>
        </p:nvSpPr>
        <p:spPr>
          <a:xfrm>
            <a:off x="493855" y="2703365"/>
            <a:ext cx="418736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5400" b="1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7056814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FC5FE605-DB36-0839-F79A-8C621A9F6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200717"/>
            <a:ext cx="11466000" cy="514910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defRPr sz="24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5FB85F-CDF8-997F-7BA7-D7926428BF99}"/>
              </a:ext>
            </a:extLst>
          </p:cNvPr>
          <p:cNvCxnSpPr>
            <a:cxnSpLocks/>
          </p:cNvCxnSpPr>
          <p:nvPr userDrawn="1"/>
        </p:nvCxnSpPr>
        <p:spPr>
          <a:xfrm>
            <a:off x="360000" y="715627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7FBB5D2A-5E75-3B71-29DE-B6C1135065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75462" y="6589483"/>
            <a:ext cx="750539" cy="1825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09BF367-9612-0E0E-9E85-DF1F4AE6366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09772" y="6589483"/>
            <a:ext cx="7566455" cy="182562"/>
          </a:xfrm>
        </p:spPr>
        <p:txBody>
          <a:bodyPr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pPr lvl="0"/>
            <a:r>
              <a:rPr lang="en-US"/>
              <a:t>Footnote</a:t>
            </a:r>
            <a:endParaRPr lang="en-SG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B6C3069-B417-A944-1393-30C986B6773B}"/>
              </a:ext>
            </a:extLst>
          </p:cNvPr>
          <p:cNvCxnSpPr>
            <a:cxnSpLocks/>
          </p:cNvCxnSpPr>
          <p:nvPr userDrawn="1"/>
        </p:nvCxnSpPr>
        <p:spPr>
          <a:xfrm>
            <a:off x="360000" y="6501219"/>
            <a:ext cx="11466001" cy="0"/>
          </a:xfrm>
          <a:prstGeom prst="line">
            <a:avLst/>
          </a:prstGeom>
          <a:ln w="3175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019E082B-DC57-D78D-70BE-8AF2675B623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7521" y="6624897"/>
            <a:ext cx="633982" cy="111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180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53207" y="6559857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1D15E1-77D1-4FB9-8D05-E086015A198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7529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75" r:id="rId6"/>
    <p:sldLayoutId id="2147483681" r:id="rId7"/>
    <p:sldLayoutId id="2147483686" r:id="rId8"/>
    <p:sldLayoutId id="2147483682" r:id="rId9"/>
    <p:sldLayoutId id="2147483688" r:id="rId10"/>
    <p:sldLayoutId id="2147483689" r:id="rId11"/>
    <p:sldLayoutId id="2147483685" r:id="rId12"/>
    <p:sldLayoutId id="214748368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GrapheneA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oppins">
      <a:majorFont>
        <a:latin typeface="Poppins"/>
        <a:ea typeface=""/>
        <a:cs typeface=""/>
      </a:majorFont>
      <a:minorFont>
        <a:latin typeface="Poppins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c7c9d60-aeee-410d-81f2-92985471e2af">
      <UserInfo>
        <DisplayName>Gerald Hay</DisplayName>
        <AccountId>29</AccountId>
        <AccountType/>
      </UserInfo>
      <UserInfo>
        <DisplayName>Glenn Lim</DisplayName>
        <AccountId>28</AccountId>
        <AccountType/>
      </UserInfo>
      <UserInfo>
        <DisplayName>Feba James</DisplayName>
        <AccountId>12</AccountId>
        <AccountType/>
      </UserInfo>
    </SharedWithUsers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82FEABD3D1504FBB52D417A1DCF9F4" ma:contentTypeVersion="11" ma:contentTypeDescription="Create a new document." ma:contentTypeScope="" ma:versionID="54f2c1e6161d4a3818cca961a9e8aca6">
  <xsd:schema xmlns:xsd="http://www.w3.org/2001/XMLSchema" xmlns:xs="http://www.w3.org/2001/XMLSchema" xmlns:p="http://schemas.microsoft.com/office/2006/metadata/properties" xmlns:ns2="bafb6658-0c98-401a-939f-9b973af27bfc" xmlns:ns3="3c7c9d60-aeee-410d-81f2-92985471e2af" targetNamespace="http://schemas.microsoft.com/office/2006/metadata/properties" ma:root="true" ma:fieldsID="dc2dfa497cb6065289a6fb33931d816c" ns2:_="" ns3:_="">
    <xsd:import namespace="bafb6658-0c98-401a-939f-9b973af27bfc"/>
    <xsd:import namespace="3c7c9d60-aeee-410d-81f2-92985471e2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fb6658-0c98-401a-939f-9b973af27b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7c9d60-aeee-410d-81f2-92985471e2a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853E8F5-F997-4691-A453-7F92913ACD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35D6F4A-0EFA-4E23-BC7C-5DD22311284D}">
  <ds:schemaRefs>
    <ds:schemaRef ds:uri="3c7c9d60-aeee-410d-81f2-92985471e2af"/>
    <ds:schemaRef ds:uri="bafb6658-0c98-401a-939f-9b973af27bf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AA222B8-CE66-4045-A892-690A8F57FF71}">
  <ds:schemaRefs>
    <ds:schemaRef ds:uri="3c7c9d60-aeee-410d-81f2-92985471e2af"/>
    <ds:schemaRef ds:uri="bafb6658-0c98-401a-939f-9b973af27bf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3031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Poppins</vt:lpstr>
      <vt:lpstr>GrapheneAI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John Lee</dc:creator>
  <cp:lastModifiedBy>John Lee</cp:lastModifiedBy>
  <cp:revision>11</cp:revision>
  <dcterms:created xsi:type="dcterms:W3CDTF">2023-08-28T04:36:43Z</dcterms:created>
  <dcterms:modified xsi:type="dcterms:W3CDTF">2026-01-20T08:13:48Z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0x010100F282FEABD3D1504FBB52D417A1DCF9F4</vt:lpwstr>
  </property>
</Properties>
</file>