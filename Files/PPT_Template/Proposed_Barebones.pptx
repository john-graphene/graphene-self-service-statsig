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2.xml" ContentType="application/vnd.openxmlformats-officedocument.them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3" r:id="rId4"/>
  </p:sldMasterIdLst>
  <p:handoutMasterIdLst>
    <p:handoutMasterId r:id="rId5"/>
  </p:handoutMaster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9843BA1E-F699-2908-FCCA-A0339FBCB1EB}" name="Glenn Lim" initials="GL" userId="S::glenn@graphenesvc.com::c84bccc5-c6d4-4a32-8d4c-384be2b027b2" providerId="AD"/>
  <p188:author id="{0FE04A2E-4EDB-CEAD-A5F5-57AF5A198D2B}" name="Feba James" initials="FJ" userId="S::feba@graphenesvc.com::cb993188-dae5-448b-a48e-68175c56dd5d" providerId="AD"/>
  <p188:author id="{25A15FDD-9A1D-EA93-354B-BC9FD1E2323B}" name="John Lee" initials="JL" userId="S::john@graphenesvc.com::58a3f885-1391-4760-a61f-6b2196835268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D1B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20"/>
    <p:restoredTop sz="94660"/>
  </p:normalViewPr>
  <p:slideViewPr>
    <p:cSldViewPr snapToGrid="0">
      <p:cViewPr varScale="1">
        <p:scale>
          <a:sx n="107" d="100"/>
          <a:sy n="107" d="100"/>
        </p:scale>
        <p:origin x="2256" y="102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notesViewPr>
    <p:cSldViewPr snapToGrid="0">
      <p:cViewPr varScale="1">
        <p:scale>
          <a:sx n="81" d="100"/>
          <a:sy n="81" d="100"/>
        </p:scale>
        <p:origin x="3894" y="108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customXml" Target="../customXml/item3.xml"/><Relationship Id="rId7" Type="http://schemas.openxmlformats.org/officeDocument/2006/relationships/viewProps" Target="viewProps.xml"/><Relationship Id="rId2" Type="http://schemas.openxmlformats.org/officeDocument/2006/relationships/customXml" Target="../customXml/item2.xml"/><Relationship Id="rId1" Type="http://schemas.openxmlformats.org/officeDocument/2006/relationships/customXml" Target="../customXml/item1.xml"/><Relationship Id="rId6" Type="http://schemas.openxmlformats.org/officeDocument/2006/relationships/presProps" Target="presProps.xml"/><Relationship Id="rId5" Type="http://schemas.openxmlformats.org/officeDocument/2006/relationships/handoutMaster" Target="handoutMasters/handoutMaster1.xml"/><Relationship Id="rId10" Type="http://schemas.microsoft.com/office/2018/10/relationships/authors" Target="authors.xml"/><Relationship Id="rId4" Type="http://schemas.openxmlformats.org/officeDocument/2006/relationships/slideMaster" Target="slideMasters/slideMaster1.xml"/><Relationship Id="rId9" Type="http://schemas.openxmlformats.org/officeDocument/2006/relationships/tableStyles" Target="tableStyle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04FF918A-F105-E282-F980-F449FC8CEC41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SG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1C4134C-538A-BE63-4D61-25BFF9318939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F633581-10C8-4874-8376-93CC3B71AADA}" type="datetimeFigureOut">
              <a:rPr lang="en-SG" smtClean="0"/>
              <a:t>9/10/2023</a:t>
            </a:fld>
            <a:endParaRPr lang="en-SG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4ACCB33-CA0C-30D9-7A27-2CCB3CC83BA7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SG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42DE7C6-7C1E-7DAE-A579-B38DC66BABFF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2817E41-2823-4CF4-9D6D-A3643B5C9BBB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2605534048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v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 Placeholder 20">
            <a:extLst>
              <a:ext uri="{FF2B5EF4-FFF2-40B4-BE49-F238E27FC236}">
                <a16:creationId xmlns:a16="http://schemas.microsoft.com/office/drawing/2014/main" id="{CB451EFC-5CF8-432D-05EB-DC7EE088FF43}"/>
              </a:ext>
            </a:extLst>
          </p:cNvPr>
          <p:cNvSpPr txBox="1">
            <a:spLocks/>
          </p:cNvSpPr>
          <p:nvPr userDrawn="1"/>
        </p:nvSpPr>
        <p:spPr>
          <a:xfrm>
            <a:off x="353999" y="314203"/>
            <a:ext cx="5482656" cy="277812"/>
          </a:xfrm>
          <a:prstGeom prst="rect">
            <a:avLst/>
          </a:prstGeom>
          <a:solidFill>
            <a:schemeClr val="tx1"/>
          </a:solidFill>
        </p:spPr>
        <p:txBody>
          <a:bodyPr anchor="ctr"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buNone/>
            </a:pPr>
            <a:r>
              <a:rPr lang="en-SG" sz="1600" b="1">
                <a:solidFill>
                  <a:schemeClr val="bg1"/>
                </a:solidFill>
              </a:rPr>
              <a:t>Welcome!</a:t>
            </a:r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0633FC24-583F-D72B-4A2A-32EA1B7CBF9C}"/>
              </a:ext>
            </a:extLst>
          </p:cNvPr>
          <p:cNvGrpSpPr/>
          <p:nvPr userDrawn="1"/>
        </p:nvGrpSpPr>
        <p:grpSpPr>
          <a:xfrm>
            <a:off x="360485" y="676843"/>
            <a:ext cx="5476170" cy="5499925"/>
            <a:chOff x="758028" y="583712"/>
            <a:chExt cx="5476170" cy="5499925"/>
          </a:xfrm>
        </p:grpSpPr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98E87B90-FCB6-EE7C-E03E-337F6DEEB88A}"/>
                </a:ext>
              </a:extLst>
            </p:cNvPr>
            <p:cNvSpPr/>
            <p:nvPr userDrawn="1"/>
          </p:nvSpPr>
          <p:spPr>
            <a:xfrm>
              <a:off x="891398" y="732037"/>
              <a:ext cx="5342800" cy="5351600"/>
            </a:xfrm>
            <a:prstGeom prst="rect">
              <a:avLst/>
            </a:prstGeom>
            <a:solidFill>
              <a:schemeClr val="bg1"/>
            </a:solidFill>
            <a:ln w="285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SG"/>
            </a:p>
          </p:txBody>
        </p:sp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1088C776-F515-B3E8-0F5F-78009886839F}"/>
                </a:ext>
              </a:extLst>
            </p:cNvPr>
            <p:cNvSpPr/>
            <p:nvPr userDrawn="1"/>
          </p:nvSpPr>
          <p:spPr>
            <a:xfrm>
              <a:off x="824302" y="664301"/>
              <a:ext cx="5342800" cy="5351600"/>
            </a:xfrm>
            <a:prstGeom prst="rect">
              <a:avLst/>
            </a:prstGeom>
            <a:solidFill>
              <a:schemeClr val="bg1"/>
            </a:solidFill>
            <a:ln w="28575"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SG"/>
            </a:p>
          </p:txBody>
        </p:sp>
        <p:sp>
          <p:nvSpPr>
            <p:cNvPr id="22" name="Rectangle 21">
              <a:extLst>
                <a:ext uri="{FF2B5EF4-FFF2-40B4-BE49-F238E27FC236}">
                  <a16:creationId xmlns:a16="http://schemas.microsoft.com/office/drawing/2014/main" id="{82A8485B-AF77-864D-A50B-63E0BC07521C}"/>
                </a:ext>
              </a:extLst>
            </p:cNvPr>
            <p:cNvSpPr/>
            <p:nvPr userDrawn="1"/>
          </p:nvSpPr>
          <p:spPr>
            <a:xfrm>
              <a:off x="758028" y="583712"/>
              <a:ext cx="5337971" cy="5355988"/>
            </a:xfrm>
            <a:prstGeom prst="rect">
              <a:avLst/>
            </a:prstGeom>
            <a:solidFill>
              <a:schemeClr val="bg1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SG"/>
            </a:p>
          </p:txBody>
        </p:sp>
      </p:grpSp>
      <p:sp>
        <p:nvSpPr>
          <p:cNvPr id="10" name="Title 1">
            <a:extLst>
              <a:ext uri="{FF2B5EF4-FFF2-40B4-BE49-F238E27FC236}">
                <a16:creationId xmlns:a16="http://schemas.microsoft.com/office/drawing/2014/main" id="{E664879B-628B-4837-A09F-82AEFD33D0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2723" y="977881"/>
            <a:ext cx="4988667" cy="3505013"/>
          </a:xfrm>
          <a:prstGeom prst="rect">
            <a:avLst/>
          </a:prstGeom>
        </p:spPr>
        <p:txBody>
          <a:bodyPr anchor="ctr">
            <a:noAutofit/>
          </a:bodyPr>
          <a:lstStyle>
            <a:lvl1pPr>
              <a:defRPr sz="3600" b="1"/>
            </a:lvl1pPr>
          </a:lstStyle>
          <a:p>
            <a:endParaRPr lang="en-SG"/>
          </a:p>
        </p:txBody>
      </p:sp>
      <p:sp>
        <p:nvSpPr>
          <p:cNvPr id="3" name="Isosceles Triangle 2">
            <a:extLst>
              <a:ext uri="{FF2B5EF4-FFF2-40B4-BE49-F238E27FC236}">
                <a16:creationId xmlns:a16="http://schemas.microsoft.com/office/drawing/2014/main" id="{46736E71-BF98-4DA3-9772-D57949D15FC3}"/>
              </a:ext>
            </a:extLst>
          </p:cNvPr>
          <p:cNvSpPr/>
          <p:nvPr userDrawn="1"/>
        </p:nvSpPr>
        <p:spPr>
          <a:xfrm rot="16200000">
            <a:off x="3387430" y="3719029"/>
            <a:ext cx="2509489" cy="2509489"/>
          </a:xfrm>
          <a:prstGeom prst="triangle">
            <a:avLst>
              <a:gd name="adj" fmla="val 0"/>
            </a:avLst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/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47104395-3F83-D4AE-AA60-199B84E7CBA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075462" y="6589483"/>
            <a:ext cx="750539" cy="18256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91D15E1-77D1-4FB9-8D05-E086015A1983}" type="slidenum">
              <a:rPr lang="en-SG" smtClean="0"/>
              <a:pPr/>
              <a:t>‹#›</a:t>
            </a:fld>
            <a:endParaRPr lang="en-SG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419C90AE-C310-B242-FA22-D56F77BA5630}"/>
              </a:ext>
            </a:extLst>
          </p:cNvPr>
          <p:cNvCxnSpPr>
            <a:cxnSpLocks/>
          </p:cNvCxnSpPr>
          <p:nvPr userDrawn="1"/>
        </p:nvCxnSpPr>
        <p:spPr>
          <a:xfrm>
            <a:off x="360000" y="6501219"/>
            <a:ext cx="11466001" cy="0"/>
          </a:xfrm>
          <a:prstGeom prst="line">
            <a:avLst/>
          </a:prstGeom>
          <a:ln w="3175"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7AE90FF4-67BB-324C-D13A-501ABE8B024C}"/>
              </a:ext>
            </a:extLst>
          </p:cNvPr>
          <p:cNvCxnSpPr>
            <a:cxnSpLocks/>
          </p:cNvCxnSpPr>
          <p:nvPr userDrawn="1"/>
        </p:nvCxnSpPr>
        <p:spPr>
          <a:xfrm flipV="1">
            <a:off x="6096000" y="352945"/>
            <a:ext cx="0" cy="5803556"/>
          </a:xfrm>
          <a:prstGeom prst="line">
            <a:avLst/>
          </a:prstGeom>
          <a:ln w="3175"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" name="Picture 1" descr="Logo&#10;&#10;Description automatically generated">
            <a:extLst>
              <a:ext uri="{FF2B5EF4-FFF2-40B4-BE49-F238E27FC236}">
                <a16:creationId xmlns:a16="http://schemas.microsoft.com/office/drawing/2014/main" id="{890C5AF4-AF70-3CF0-3FB7-0712C7455F0A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78341" y="5958167"/>
            <a:ext cx="1014188" cy="1787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7653739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bjectiv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Rectangle 41">
            <a:extLst>
              <a:ext uri="{FF2B5EF4-FFF2-40B4-BE49-F238E27FC236}">
                <a16:creationId xmlns:a16="http://schemas.microsoft.com/office/drawing/2014/main" id="{2754FA48-D968-ABB1-4ED2-5C9C77717C9E}"/>
              </a:ext>
            </a:extLst>
          </p:cNvPr>
          <p:cNvSpPr/>
          <p:nvPr userDrawn="1"/>
        </p:nvSpPr>
        <p:spPr>
          <a:xfrm>
            <a:off x="359999" y="676843"/>
            <a:ext cx="5470647" cy="5479658"/>
          </a:xfrm>
          <a:prstGeom prst="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 sz="1400"/>
          </a:p>
        </p:txBody>
      </p:sp>
      <p:sp>
        <p:nvSpPr>
          <p:cNvPr id="11" name="Text Placeholder 2">
            <a:extLst>
              <a:ext uri="{FF2B5EF4-FFF2-40B4-BE49-F238E27FC236}">
                <a16:creationId xmlns:a16="http://schemas.microsoft.com/office/drawing/2014/main" id="{827EE266-A5C7-7254-35DB-81104FB4DA0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93854" y="836617"/>
            <a:ext cx="5204603" cy="451567"/>
          </a:xfrm>
          <a:noFill/>
        </p:spPr>
        <p:txBody>
          <a:bodyPr anchor="ctr">
            <a:noAutofit/>
          </a:bodyPr>
          <a:lstStyle>
            <a:lvl1pPr marL="0" indent="0">
              <a:buNone/>
              <a:defRPr sz="2400" b="1">
                <a:solidFill>
                  <a:schemeClr val="tx1"/>
                </a:solidFill>
              </a:defRPr>
            </a:lvl1pPr>
          </a:lstStyle>
          <a:p>
            <a:pPr lvl="0"/>
            <a:endParaRPr lang="en-SG"/>
          </a:p>
        </p:txBody>
      </p:sp>
      <p:sp>
        <p:nvSpPr>
          <p:cNvPr id="9" name="Text Placeholder 2">
            <a:extLst>
              <a:ext uri="{FF2B5EF4-FFF2-40B4-BE49-F238E27FC236}">
                <a16:creationId xmlns:a16="http://schemas.microsoft.com/office/drawing/2014/main" id="{5F11C173-A41E-6A22-F17D-40B934A580D5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6361356" y="314203"/>
            <a:ext cx="5482654" cy="275172"/>
          </a:xfrm>
          <a:solidFill>
            <a:srgbClr val="404040"/>
          </a:solidFill>
        </p:spPr>
        <p:txBody>
          <a:bodyPr anchor="b">
            <a:normAutofit/>
          </a:bodyPr>
          <a:lstStyle>
            <a:lvl1pPr marL="0" indent="0">
              <a:buNone/>
              <a:defRPr sz="1600" b="1">
                <a:solidFill>
                  <a:schemeClr val="bg1"/>
                </a:solidFill>
              </a:defRPr>
            </a:lvl1pPr>
          </a:lstStyle>
          <a:p>
            <a:pPr lvl="0"/>
            <a:endParaRPr lang="en-SG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76EDD99-7F9C-D062-1C21-ABA1FC89A680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47990" y="314203"/>
            <a:ext cx="5482654" cy="275172"/>
          </a:xfrm>
          <a:solidFill>
            <a:schemeClr val="tx1"/>
          </a:solidFill>
        </p:spPr>
        <p:txBody>
          <a:bodyPr anchor="b">
            <a:normAutofit/>
          </a:bodyPr>
          <a:lstStyle>
            <a:lvl1pPr marL="0" indent="0">
              <a:buNone/>
              <a:defRPr sz="1600" b="1">
                <a:solidFill>
                  <a:schemeClr val="bg1"/>
                </a:solidFill>
              </a:defRPr>
            </a:lvl1pPr>
          </a:lstStyle>
          <a:p>
            <a:pPr lvl="0"/>
            <a:endParaRPr lang="en-SG"/>
          </a:p>
        </p:txBody>
      </p:sp>
      <p:grpSp>
        <p:nvGrpSpPr>
          <p:cNvPr id="33" name="Group 32">
            <a:extLst>
              <a:ext uri="{FF2B5EF4-FFF2-40B4-BE49-F238E27FC236}">
                <a16:creationId xmlns:a16="http://schemas.microsoft.com/office/drawing/2014/main" id="{9F2530D9-38E0-F368-CE5D-66D9EDC8A1F7}"/>
              </a:ext>
            </a:extLst>
          </p:cNvPr>
          <p:cNvGrpSpPr/>
          <p:nvPr userDrawn="1"/>
        </p:nvGrpSpPr>
        <p:grpSpPr>
          <a:xfrm>
            <a:off x="6355346" y="688589"/>
            <a:ext cx="5480998" cy="5495537"/>
            <a:chOff x="753200" y="588100"/>
            <a:chExt cx="5480998" cy="5495537"/>
          </a:xfrm>
        </p:grpSpPr>
        <p:sp>
          <p:nvSpPr>
            <p:cNvPr id="38" name="Rectangle 37">
              <a:extLst>
                <a:ext uri="{FF2B5EF4-FFF2-40B4-BE49-F238E27FC236}">
                  <a16:creationId xmlns:a16="http://schemas.microsoft.com/office/drawing/2014/main" id="{D76F14C5-AEE6-7CF2-0D7F-8EBA6CFC5968}"/>
                </a:ext>
              </a:extLst>
            </p:cNvPr>
            <p:cNvSpPr/>
            <p:nvPr userDrawn="1"/>
          </p:nvSpPr>
          <p:spPr>
            <a:xfrm>
              <a:off x="891398" y="732037"/>
              <a:ext cx="5342800" cy="5351600"/>
            </a:xfrm>
            <a:prstGeom prst="rect">
              <a:avLst/>
            </a:prstGeom>
            <a:solidFill>
              <a:schemeClr val="bg1"/>
            </a:solidFill>
            <a:ln w="285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SG"/>
            </a:p>
          </p:txBody>
        </p:sp>
        <p:sp>
          <p:nvSpPr>
            <p:cNvPr id="40" name="Rectangle 39">
              <a:extLst>
                <a:ext uri="{FF2B5EF4-FFF2-40B4-BE49-F238E27FC236}">
                  <a16:creationId xmlns:a16="http://schemas.microsoft.com/office/drawing/2014/main" id="{F84BDFBE-5A16-B05F-AC2B-C61E86B69BA1}"/>
                </a:ext>
              </a:extLst>
            </p:cNvPr>
            <p:cNvSpPr/>
            <p:nvPr userDrawn="1"/>
          </p:nvSpPr>
          <p:spPr>
            <a:xfrm>
              <a:off x="824302" y="664301"/>
              <a:ext cx="5342800" cy="5351600"/>
            </a:xfrm>
            <a:prstGeom prst="rect">
              <a:avLst/>
            </a:prstGeom>
            <a:solidFill>
              <a:schemeClr val="bg1"/>
            </a:solidFill>
            <a:ln w="28575"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SG"/>
            </a:p>
          </p:txBody>
        </p:sp>
        <p:sp>
          <p:nvSpPr>
            <p:cNvPr id="41" name="Rectangle 40">
              <a:extLst>
                <a:ext uri="{FF2B5EF4-FFF2-40B4-BE49-F238E27FC236}">
                  <a16:creationId xmlns:a16="http://schemas.microsoft.com/office/drawing/2014/main" id="{5F93908F-27E4-FFFC-C64A-E450D0EEB7F9}"/>
                </a:ext>
              </a:extLst>
            </p:cNvPr>
            <p:cNvSpPr/>
            <p:nvPr userDrawn="1"/>
          </p:nvSpPr>
          <p:spPr>
            <a:xfrm>
              <a:off x="753200" y="588100"/>
              <a:ext cx="5342800" cy="5351600"/>
            </a:xfrm>
            <a:prstGeom prst="rect">
              <a:avLst/>
            </a:prstGeom>
            <a:solidFill>
              <a:schemeClr val="bg1"/>
            </a:solidFill>
            <a:ln w="28575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SG"/>
            </a:p>
          </p:txBody>
        </p:sp>
      </p:grpSp>
      <p:sp>
        <p:nvSpPr>
          <p:cNvPr id="4" name="Slide Number Placeholder 5">
            <a:extLst>
              <a:ext uri="{FF2B5EF4-FFF2-40B4-BE49-F238E27FC236}">
                <a16:creationId xmlns:a16="http://schemas.microsoft.com/office/drawing/2014/main" id="{5E1AEFCE-48BE-B08E-0DD0-DF49E6B86B3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075462" y="6589483"/>
            <a:ext cx="750539" cy="18256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91D15E1-77D1-4FB9-8D05-E086015A1983}" type="slidenum">
              <a:rPr lang="en-SG" smtClean="0"/>
              <a:pPr/>
              <a:t>‹#›</a:t>
            </a:fld>
            <a:endParaRPr lang="en-SG"/>
          </a:p>
        </p:txBody>
      </p:sp>
      <p:sp>
        <p:nvSpPr>
          <p:cNvPr id="5" name="Text Placeholder 5">
            <a:extLst>
              <a:ext uri="{FF2B5EF4-FFF2-40B4-BE49-F238E27FC236}">
                <a16:creationId xmlns:a16="http://schemas.microsoft.com/office/drawing/2014/main" id="{5FE03A8D-0E91-994E-1002-CE95049C90F0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309772" y="6589483"/>
            <a:ext cx="7566455" cy="182562"/>
          </a:xfrm>
        </p:spPr>
        <p:txBody>
          <a:bodyPr anchor="ctr">
            <a:noAutofit/>
          </a:bodyPr>
          <a:lstStyle>
            <a:lvl1pPr marL="0" indent="0" algn="ctr">
              <a:buNone/>
              <a:defRPr sz="900"/>
            </a:lvl1pPr>
          </a:lstStyle>
          <a:p>
            <a:pPr lvl="0"/>
            <a:r>
              <a:rPr lang="en-US"/>
              <a:t>Footnote</a:t>
            </a:r>
            <a:endParaRPr lang="en-SG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77BE7CF9-D3E4-725C-7423-27598E167F0C}"/>
              </a:ext>
            </a:extLst>
          </p:cNvPr>
          <p:cNvCxnSpPr>
            <a:cxnSpLocks/>
          </p:cNvCxnSpPr>
          <p:nvPr userDrawn="1"/>
        </p:nvCxnSpPr>
        <p:spPr>
          <a:xfrm>
            <a:off x="360000" y="6501219"/>
            <a:ext cx="11466001" cy="0"/>
          </a:xfrm>
          <a:prstGeom prst="line">
            <a:avLst/>
          </a:prstGeom>
          <a:ln w="3175"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7" name="Picture 6" descr="Logo&#10;&#10;Description automatically generated">
            <a:extLst>
              <a:ext uri="{FF2B5EF4-FFF2-40B4-BE49-F238E27FC236}">
                <a16:creationId xmlns:a16="http://schemas.microsoft.com/office/drawing/2014/main" id="{9C4052A5-E5DE-5DDB-08ED-54595DC8409C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777521" y="6624897"/>
            <a:ext cx="633982" cy="111733"/>
          </a:xfrm>
          <a:prstGeom prst="rect">
            <a:avLst/>
          </a:prstGeom>
        </p:spPr>
      </p:pic>
      <p:sp>
        <p:nvSpPr>
          <p:cNvPr id="20" name="Rectangle 19">
            <a:extLst>
              <a:ext uri="{FF2B5EF4-FFF2-40B4-BE49-F238E27FC236}">
                <a16:creationId xmlns:a16="http://schemas.microsoft.com/office/drawing/2014/main" id="{89A52967-2D29-FFF9-09AA-63DFEB80B6F2}"/>
              </a:ext>
            </a:extLst>
          </p:cNvPr>
          <p:cNvSpPr/>
          <p:nvPr userDrawn="1"/>
        </p:nvSpPr>
        <p:spPr>
          <a:xfrm>
            <a:off x="11826001" y="-3217"/>
            <a:ext cx="360000" cy="36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B4244446-A4A8-FC0F-03EE-A0E52148A33D}"/>
              </a:ext>
            </a:extLst>
          </p:cNvPr>
          <p:cNvSpPr/>
          <p:nvPr userDrawn="1"/>
        </p:nvSpPr>
        <p:spPr>
          <a:xfrm>
            <a:off x="11826001" y="6156501"/>
            <a:ext cx="360000" cy="36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/>
          </a:p>
        </p:txBody>
      </p: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C0191483-D3E3-3049-C23F-3ED3A39B667A}"/>
              </a:ext>
            </a:extLst>
          </p:cNvPr>
          <p:cNvCxnSpPr>
            <a:cxnSpLocks/>
          </p:cNvCxnSpPr>
          <p:nvPr userDrawn="1"/>
        </p:nvCxnSpPr>
        <p:spPr>
          <a:xfrm flipV="1">
            <a:off x="6096000" y="352945"/>
            <a:ext cx="0" cy="5803556"/>
          </a:xfrm>
          <a:prstGeom prst="line">
            <a:avLst/>
          </a:prstGeom>
          <a:ln w="3175"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Rectangle 42">
            <a:extLst>
              <a:ext uri="{FF2B5EF4-FFF2-40B4-BE49-F238E27FC236}">
                <a16:creationId xmlns:a16="http://schemas.microsoft.com/office/drawing/2014/main" id="{CEFD8A22-D8A5-DFDB-590A-CE48766008BC}"/>
              </a:ext>
            </a:extLst>
          </p:cNvPr>
          <p:cNvSpPr/>
          <p:nvPr userDrawn="1"/>
        </p:nvSpPr>
        <p:spPr>
          <a:xfrm>
            <a:off x="0" y="6156501"/>
            <a:ext cx="360000" cy="36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/>
          </a:p>
        </p:txBody>
      </p:sp>
      <p:sp>
        <p:nvSpPr>
          <p:cNvPr id="16" name="Text Placeholder 2">
            <a:extLst>
              <a:ext uri="{FF2B5EF4-FFF2-40B4-BE49-F238E27FC236}">
                <a16:creationId xmlns:a16="http://schemas.microsoft.com/office/drawing/2014/main" id="{07957763-BE4B-ED81-D244-E73401280D3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433400" y="836617"/>
            <a:ext cx="5202600" cy="451567"/>
          </a:xfrm>
          <a:noFill/>
        </p:spPr>
        <p:txBody>
          <a:bodyPr anchor="ctr">
            <a:noAutofit/>
          </a:bodyPr>
          <a:lstStyle>
            <a:lvl1pPr marL="0" indent="0">
              <a:buNone/>
              <a:defRPr sz="2400" b="1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endParaRPr lang="en-SG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2E690537-57AE-836D-9F70-F84B229D2E6B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491710" y="1403350"/>
            <a:ext cx="5207415" cy="4518056"/>
          </a:xfrm>
        </p:spPr>
        <p:txBody>
          <a:bodyPr>
            <a:normAutofit/>
          </a:bodyPr>
          <a:lstStyle>
            <a:lvl1pPr marL="0" indent="0">
              <a:buNone/>
              <a:defRPr sz="1800"/>
            </a:lvl1pPr>
          </a:lstStyle>
          <a:p>
            <a:pPr lvl="0"/>
            <a:endParaRPr lang="en-SG" dirty="0"/>
          </a:p>
        </p:txBody>
      </p:sp>
      <p:sp>
        <p:nvSpPr>
          <p:cNvPr id="10" name="Text Placeholder 7">
            <a:extLst>
              <a:ext uri="{FF2B5EF4-FFF2-40B4-BE49-F238E27FC236}">
                <a16:creationId xmlns:a16="http://schemas.microsoft.com/office/drawing/2014/main" id="{1D5F2719-9D5C-DA04-1FBA-ADED14D389BA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431398" y="1403350"/>
            <a:ext cx="5202599" cy="4518056"/>
          </a:xfrm>
        </p:spPr>
        <p:txBody>
          <a:bodyPr>
            <a:normAutofit/>
          </a:bodyPr>
          <a:lstStyle>
            <a:lvl1pPr marL="0" indent="0">
              <a:buNone/>
              <a:defRPr sz="1800"/>
            </a:lvl1pPr>
          </a:lstStyle>
          <a:p>
            <a:pPr lvl="0"/>
            <a:endParaRPr lang="en-SG" dirty="0"/>
          </a:p>
        </p:txBody>
      </p:sp>
    </p:spTree>
    <p:extLst>
      <p:ext uri="{BB962C8B-B14F-4D97-AF65-F5344CB8AC3E}">
        <p14:creationId xmlns:p14="http://schemas.microsoft.com/office/powerpoint/2010/main" val="267558553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cop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Rectangle 22">
            <a:extLst>
              <a:ext uri="{FF2B5EF4-FFF2-40B4-BE49-F238E27FC236}">
                <a16:creationId xmlns:a16="http://schemas.microsoft.com/office/drawing/2014/main" id="{1FDA6728-510C-AB51-1509-EF01A7D9302C}"/>
              </a:ext>
            </a:extLst>
          </p:cNvPr>
          <p:cNvSpPr/>
          <p:nvPr userDrawn="1"/>
        </p:nvSpPr>
        <p:spPr>
          <a:xfrm>
            <a:off x="359999" y="676843"/>
            <a:ext cx="11465998" cy="5479658"/>
          </a:xfrm>
          <a:prstGeom prst="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 sz="1400"/>
          </a:p>
        </p:txBody>
      </p:sp>
      <p:sp>
        <p:nvSpPr>
          <p:cNvPr id="4" name="Slide Number Placeholder 5">
            <a:extLst>
              <a:ext uri="{FF2B5EF4-FFF2-40B4-BE49-F238E27FC236}">
                <a16:creationId xmlns:a16="http://schemas.microsoft.com/office/drawing/2014/main" id="{5E1AEFCE-48BE-B08E-0DD0-DF49E6B86B3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075462" y="6589483"/>
            <a:ext cx="750539" cy="18256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91D15E1-77D1-4FB9-8D05-E086015A1983}" type="slidenum">
              <a:rPr lang="en-SG" smtClean="0"/>
              <a:pPr/>
              <a:t>‹#›</a:t>
            </a:fld>
            <a:endParaRPr lang="en-SG"/>
          </a:p>
        </p:txBody>
      </p:sp>
      <p:sp>
        <p:nvSpPr>
          <p:cNvPr id="5" name="Text Placeholder 5">
            <a:extLst>
              <a:ext uri="{FF2B5EF4-FFF2-40B4-BE49-F238E27FC236}">
                <a16:creationId xmlns:a16="http://schemas.microsoft.com/office/drawing/2014/main" id="{5FE03A8D-0E91-994E-1002-CE95049C90F0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309772" y="6589483"/>
            <a:ext cx="7566455" cy="182562"/>
          </a:xfrm>
        </p:spPr>
        <p:txBody>
          <a:bodyPr anchor="ctr">
            <a:noAutofit/>
          </a:bodyPr>
          <a:lstStyle>
            <a:lvl1pPr marL="0" indent="0" algn="ctr">
              <a:buNone/>
              <a:defRPr sz="900"/>
            </a:lvl1pPr>
          </a:lstStyle>
          <a:p>
            <a:pPr lvl="0"/>
            <a:r>
              <a:rPr lang="en-US"/>
              <a:t>Footnote</a:t>
            </a:r>
            <a:endParaRPr lang="en-SG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77BE7CF9-D3E4-725C-7423-27598E167F0C}"/>
              </a:ext>
            </a:extLst>
          </p:cNvPr>
          <p:cNvCxnSpPr>
            <a:cxnSpLocks/>
          </p:cNvCxnSpPr>
          <p:nvPr userDrawn="1"/>
        </p:nvCxnSpPr>
        <p:spPr>
          <a:xfrm>
            <a:off x="360000" y="6501219"/>
            <a:ext cx="11466001" cy="0"/>
          </a:xfrm>
          <a:prstGeom prst="line">
            <a:avLst/>
          </a:prstGeom>
          <a:ln w="3175"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7" name="Picture 6" descr="Logo&#10;&#10;Description automatically generated">
            <a:extLst>
              <a:ext uri="{FF2B5EF4-FFF2-40B4-BE49-F238E27FC236}">
                <a16:creationId xmlns:a16="http://schemas.microsoft.com/office/drawing/2014/main" id="{9C4052A5-E5DE-5DDB-08ED-54595DC8409C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777521" y="6624897"/>
            <a:ext cx="633982" cy="111733"/>
          </a:xfrm>
          <a:prstGeom prst="rect">
            <a:avLst/>
          </a:prstGeom>
        </p:spPr>
      </p:pic>
      <p:sp>
        <p:nvSpPr>
          <p:cNvPr id="2" name="Text Placeholder 20">
            <a:extLst>
              <a:ext uri="{FF2B5EF4-FFF2-40B4-BE49-F238E27FC236}">
                <a16:creationId xmlns:a16="http://schemas.microsoft.com/office/drawing/2014/main" id="{DA54736C-64E9-18A1-C9CB-B1E75B3D64EE}"/>
              </a:ext>
            </a:extLst>
          </p:cNvPr>
          <p:cNvSpPr txBox="1">
            <a:spLocks/>
          </p:cNvSpPr>
          <p:nvPr userDrawn="1"/>
        </p:nvSpPr>
        <p:spPr>
          <a:xfrm>
            <a:off x="353999" y="316843"/>
            <a:ext cx="5482656" cy="275172"/>
          </a:xfrm>
          <a:prstGeom prst="rect">
            <a:avLst/>
          </a:prstGeom>
          <a:solidFill>
            <a:schemeClr val="tx1"/>
          </a:solidFill>
        </p:spPr>
        <p:txBody>
          <a:bodyPr anchor="ctr"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buNone/>
            </a:pPr>
            <a:endParaRPr lang="en-SG" sz="1600" b="1">
              <a:solidFill>
                <a:schemeClr val="bg1"/>
              </a:solidFill>
            </a:endParaRP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35A7BE9-23BD-670D-0477-C2F7A75BB78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47990" y="314203"/>
            <a:ext cx="5482654" cy="275172"/>
          </a:xfrm>
          <a:solidFill>
            <a:schemeClr val="tx1"/>
          </a:solidFill>
        </p:spPr>
        <p:txBody>
          <a:bodyPr anchor="b">
            <a:normAutofit/>
          </a:bodyPr>
          <a:lstStyle>
            <a:lvl1pPr marL="0" indent="0">
              <a:buNone/>
              <a:defRPr sz="1600" b="1">
                <a:solidFill>
                  <a:schemeClr val="bg1"/>
                </a:solidFill>
              </a:defRPr>
            </a:lvl1pPr>
          </a:lstStyle>
          <a:p>
            <a:pPr lvl="0"/>
            <a:endParaRPr lang="en-SG"/>
          </a:p>
        </p:txBody>
      </p:sp>
      <p:sp>
        <p:nvSpPr>
          <p:cNvPr id="9" name="Table Placeholder 8">
            <a:extLst>
              <a:ext uri="{FF2B5EF4-FFF2-40B4-BE49-F238E27FC236}">
                <a16:creationId xmlns:a16="http://schemas.microsoft.com/office/drawing/2014/main" id="{CC796EF7-4F30-1C87-4224-A375908ED556}"/>
              </a:ext>
            </a:extLst>
          </p:cNvPr>
          <p:cNvSpPr>
            <a:spLocks noGrp="1"/>
          </p:cNvSpPr>
          <p:nvPr>
            <p:ph type="tbl" sz="quarter" idx="12"/>
          </p:nvPr>
        </p:nvSpPr>
        <p:spPr>
          <a:xfrm>
            <a:off x="360363" y="713051"/>
            <a:ext cx="11464925" cy="5443273"/>
          </a:xfrm>
        </p:spPr>
        <p:txBody>
          <a:bodyPr/>
          <a:lstStyle/>
          <a:p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76764463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vider_norm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3" name="Group 32">
            <a:extLst>
              <a:ext uri="{FF2B5EF4-FFF2-40B4-BE49-F238E27FC236}">
                <a16:creationId xmlns:a16="http://schemas.microsoft.com/office/drawing/2014/main" id="{4E453247-1FBF-47F2-979D-D9E85C7D403A}"/>
              </a:ext>
            </a:extLst>
          </p:cNvPr>
          <p:cNvGrpSpPr/>
          <p:nvPr userDrawn="1"/>
        </p:nvGrpSpPr>
        <p:grpSpPr>
          <a:xfrm>
            <a:off x="360485" y="676843"/>
            <a:ext cx="5476170" cy="5499925"/>
            <a:chOff x="758028" y="583712"/>
            <a:chExt cx="5476170" cy="5499925"/>
          </a:xfrm>
        </p:grpSpPr>
        <p:sp>
          <p:nvSpPr>
            <p:cNvPr id="34" name="Rectangle 33">
              <a:extLst>
                <a:ext uri="{FF2B5EF4-FFF2-40B4-BE49-F238E27FC236}">
                  <a16:creationId xmlns:a16="http://schemas.microsoft.com/office/drawing/2014/main" id="{EB96B52D-0330-531F-5FB1-ECBFD10C61CF}"/>
                </a:ext>
              </a:extLst>
            </p:cNvPr>
            <p:cNvSpPr/>
            <p:nvPr userDrawn="1"/>
          </p:nvSpPr>
          <p:spPr>
            <a:xfrm>
              <a:off x="891398" y="732037"/>
              <a:ext cx="5342800" cy="5351600"/>
            </a:xfrm>
            <a:prstGeom prst="rect">
              <a:avLst/>
            </a:prstGeom>
            <a:solidFill>
              <a:schemeClr val="bg1"/>
            </a:solidFill>
            <a:ln w="285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SG"/>
            </a:p>
          </p:txBody>
        </p:sp>
        <p:sp>
          <p:nvSpPr>
            <p:cNvPr id="35" name="Rectangle 34">
              <a:extLst>
                <a:ext uri="{FF2B5EF4-FFF2-40B4-BE49-F238E27FC236}">
                  <a16:creationId xmlns:a16="http://schemas.microsoft.com/office/drawing/2014/main" id="{027F7963-E0D6-7DC7-E3F7-F144D05CBF78}"/>
                </a:ext>
              </a:extLst>
            </p:cNvPr>
            <p:cNvSpPr/>
            <p:nvPr userDrawn="1"/>
          </p:nvSpPr>
          <p:spPr>
            <a:xfrm>
              <a:off x="824302" y="664301"/>
              <a:ext cx="5342800" cy="5351600"/>
            </a:xfrm>
            <a:prstGeom prst="rect">
              <a:avLst/>
            </a:prstGeom>
            <a:solidFill>
              <a:schemeClr val="bg1"/>
            </a:solidFill>
            <a:ln w="28575"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SG"/>
            </a:p>
          </p:txBody>
        </p:sp>
        <p:sp>
          <p:nvSpPr>
            <p:cNvPr id="36" name="Rectangle 35">
              <a:extLst>
                <a:ext uri="{FF2B5EF4-FFF2-40B4-BE49-F238E27FC236}">
                  <a16:creationId xmlns:a16="http://schemas.microsoft.com/office/drawing/2014/main" id="{97920C9B-B4D5-3E12-CC8F-DD89537856E9}"/>
                </a:ext>
              </a:extLst>
            </p:cNvPr>
            <p:cNvSpPr/>
            <p:nvPr userDrawn="1"/>
          </p:nvSpPr>
          <p:spPr>
            <a:xfrm>
              <a:off x="758028" y="583712"/>
              <a:ext cx="5337971" cy="5355988"/>
            </a:xfrm>
            <a:prstGeom prst="rect">
              <a:avLst/>
            </a:prstGeom>
            <a:solidFill>
              <a:schemeClr val="bg1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SG"/>
            </a:p>
          </p:txBody>
        </p:sp>
      </p:grpSp>
      <p:sp>
        <p:nvSpPr>
          <p:cNvPr id="10" name="Title 1">
            <a:extLst>
              <a:ext uri="{FF2B5EF4-FFF2-40B4-BE49-F238E27FC236}">
                <a16:creationId xmlns:a16="http://schemas.microsoft.com/office/drawing/2014/main" id="{E664879B-628B-4837-A09F-82AEFD33D0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2723" y="977881"/>
            <a:ext cx="4988667" cy="3505013"/>
          </a:xfrm>
          <a:prstGeom prst="rect">
            <a:avLst/>
          </a:prstGeom>
        </p:spPr>
        <p:txBody>
          <a:bodyPr anchor="ctr">
            <a:noAutofit/>
          </a:bodyPr>
          <a:lstStyle>
            <a:lvl1pPr>
              <a:defRPr sz="3600" b="1"/>
            </a:lvl1pPr>
          </a:lstStyle>
          <a:p>
            <a:endParaRPr lang="en-SG"/>
          </a:p>
        </p:txBody>
      </p:sp>
      <p:sp>
        <p:nvSpPr>
          <p:cNvPr id="3" name="Isosceles Triangle 2">
            <a:extLst>
              <a:ext uri="{FF2B5EF4-FFF2-40B4-BE49-F238E27FC236}">
                <a16:creationId xmlns:a16="http://schemas.microsoft.com/office/drawing/2014/main" id="{46736E71-BF98-4DA3-9772-D57949D15FC3}"/>
              </a:ext>
            </a:extLst>
          </p:cNvPr>
          <p:cNvSpPr/>
          <p:nvPr userDrawn="1"/>
        </p:nvSpPr>
        <p:spPr>
          <a:xfrm rot="16200000">
            <a:off x="3387430" y="3719029"/>
            <a:ext cx="2509489" cy="2509489"/>
          </a:xfrm>
          <a:prstGeom prst="triangle">
            <a:avLst>
              <a:gd name="adj" fmla="val 0"/>
            </a:avLst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/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47104395-3F83-D4AE-AA60-199B84E7CBA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075462" y="6589483"/>
            <a:ext cx="750539" cy="18256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91D15E1-77D1-4FB9-8D05-E086015A1983}" type="slidenum">
              <a:rPr lang="en-SG" smtClean="0"/>
              <a:pPr/>
              <a:t>‹#›</a:t>
            </a:fld>
            <a:endParaRPr lang="en-SG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419C90AE-C310-B242-FA22-D56F77BA5630}"/>
              </a:ext>
            </a:extLst>
          </p:cNvPr>
          <p:cNvCxnSpPr>
            <a:cxnSpLocks/>
          </p:cNvCxnSpPr>
          <p:nvPr userDrawn="1"/>
        </p:nvCxnSpPr>
        <p:spPr>
          <a:xfrm>
            <a:off x="360000" y="6501219"/>
            <a:ext cx="11466001" cy="0"/>
          </a:xfrm>
          <a:prstGeom prst="line">
            <a:avLst/>
          </a:prstGeom>
          <a:ln w="3175"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8" name="Picture 7" descr="Logo&#10;&#10;Description automatically generated">
            <a:extLst>
              <a:ext uri="{FF2B5EF4-FFF2-40B4-BE49-F238E27FC236}">
                <a16:creationId xmlns:a16="http://schemas.microsoft.com/office/drawing/2014/main" id="{6EE660BF-B639-AF97-B7AC-35FF50D44EAA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777521" y="6624897"/>
            <a:ext cx="633982" cy="111733"/>
          </a:xfrm>
          <a:prstGeom prst="rect">
            <a:avLst/>
          </a:prstGeom>
        </p:spPr>
      </p:pic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7AE90FF4-67BB-324C-D13A-501ABE8B024C}"/>
              </a:ext>
            </a:extLst>
          </p:cNvPr>
          <p:cNvCxnSpPr>
            <a:cxnSpLocks/>
          </p:cNvCxnSpPr>
          <p:nvPr userDrawn="1"/>
        </p:nvCxnSpPr>
        <p:spPr>
          <a:xfrm flipV="1">
            <a:off x="6096000" y="352945"/>
            <a:ext cx="0" cy="5803556"/>
          </a:xfrm>
          <a:prstGeom prst="line">
            <a:avLst/>
          </a:prstGeom>
          <a:ln w="3175"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 Placeholder 20">
            <a:extLst>
              <a:ext uri="{FF2B5EF4-FFF2-40B4-BE49-F238E27FC236}">
                <a16:creationId xmlns:a16="http://schemas.microsoft.com/office/drawing/2014/main" id="{1292000B-FBDC-735C-A1EB-16A8623E1BE9}"/>
              </a:ext>
            </a:extLst>
          </p:cNvPr>
          <p:cNvSpPr txBox="1">
            <a:spLocks/>
          </p:cNvSpPr>
          <p:nvPr userDrawn="1"/>
        </p:nvSpPr>
        <p:spPr>
          <a:xfrm>
            <a:off x="353999" y="314203"/>
            <a:ext cx="5482656" cy="277812"/>
          </a:xfrm>
          <a:prstGeom prst="rect">
            <a:avLst/>
          </a:prstGeom>
          <a:solidFill>
            <a:schemeClr val="tx1"/>
          </a:solidFill>
        </p:spPr>
        <p:txBody>
          <a:bodyPr anchor="ctr"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buNone/>
            </a:pPr>
            <a:r>
              <a:rPr lang="en-SG" sz="1600" b="1">
                <a:solidFill>
                  <a:schemeClr val="bg1"/>
                </a:solidFill>
              </a:rPr>
              <a:t>Report</a:t>
            </a:r>
          </a:p>
        </p:txBody>
      </p:sp>
    </p:spTree>
    <p:extLst>
      <p:ext uri="{BB962C8B-B14F-4D97-AF65-F5344CB8AC3E}">
        <p14:creationId xmlns:p14="http://schemas.microsoft.com/office/powerpoint/2010/main" val="28869932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vider_simp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 1">
            <a:extLst>
              <a:ext uri="{FF2B5EF4-FFF2-40B4-BE49-F238E27FC236}">
                <a16:creationId xmlns:a16="http://schemas.microsoft.com/office/drawing/2014/main" id="{FC5FE605-DB36-0839-F79A-8C621A9F6A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0000" y="2109994"/>
            <a:ext cx="11466000" cy="1577434"/>
          </a:xfrm>
          <a:prstGeom prst="rect">
            <a:avLst/>
          </a:prstGeom>
        </p:spPr>
        <p:txBody>
          <a:bodyPr anchor="b">
            <a:noAutofit/>
          </a:bodyPr>
          <a:lstStyle>
            <a:lvl1pPr>
              <a:defRPr sz="4400" b="1"/>
            </a:lvl1pPr>
          </a:lstStyle>
          <a:p>
            <a:r>
              <a:rPr lang="en-US"/>
              <a:t>Click to edit Master title style</a:t>
            </a:r>
            <a:endParaRPr lang="en-SG"/>
          </a:p>
        </p:txBody>
      </p: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C85FB85F-CDF8-997F-7BA7-D7926428BF99}"/>
              </a:ext>
            </a:extLst>
          </p:cNvPr>
          <p:cNvCxnSpPr>
            <a:cxnSpLocks/>
          </p:cNvCxnSpPr>
          <p:nvPr userDrawn="1"/>
        </p:nvCxnSpPr>
        <p:spPr>
          <a:xfrm>
            <a:off x="360000" y="3687427"/>
            <a:ext cx="11466001" cy="0"/>
          </a:xfrm>
          <a:prstGeom prst="line">
            <a:avLst/>
          </a:prstGeom>
          <a:ln w="3175"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7FBB5D2A-5E75-3B71-29DE-B6C1135065F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075462" y="6589483"/>
            <a:ext cx="750539" cy="18256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91D15E1-77D1-4FB9-8D05-E086015A1983}" type="slidenum">
              <a:rPr lang="en-SG" smtClean="0"/>
              <a:pPr/>
              <a:t>‹#›</a:t>
            </a:fld>
            <a:endParaRPr lang="en-SG"/>
          </a:p>
        </p:txBody>
      </p:sp>
      <p:sp>
        <p:nvSpPr>
          <p:cNvPr id="4" name="Text Placeholder 5">
            <a:extLst>
              <a:ext uri="{FF2B5EF4-FFF2-40B4-BE49-F238E27FC236}">
                <a16:creationId xmlns:a16="http://schemas.microsoft.com/office/drawing/2014/main" id="{B09BF367-9612-0E0E-9E85-DF1F4AE63660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309772" y="6589483"/>
            <a:ext cx="7566455" cy="182562"/>
          </a:xfrm>
        </p:spPr>
        <p:txBody>
          <a:bodyPr anchor="ctr">
            <a:noAutofit/>
          </a:bodyPr>
          <a:lstStyle>
            <a:lvl1pPr marL="0" indent="0" algn="ctr">
              <a:buNone/>
              <a:defRPr sz="900"/>
            </a:lvl1pPr>
          </a:lstStyle>
          <a:p>
            <a:pPr lvl="0"/>
            <a:r>
              <a:rPr lang="en-US"/>
              <a:t>Footnote</a:t>
            </a:r>
            <a:endParaRPr lang="en-SG"/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6B6C3069-B417-A944-1393-30C986B6773B}"/>
              </a:ext>
            </a:extLst>
          </p:cNvPr>
          <p:cNvCxnSpPr>
            <a:cxnSpLocks/>
          </p:cNvCxnSpPr>
          <p:nvPr userDrawn="1"/>
        </p:nvCxnSpPr>
        <p:spPr>
          <a:xfrm>
            <a:off x="360000" y="6501219"/>
            <a:ext cx="11466001" cy="0"/>
          </a:xfrm>
          <a:prstGeom prst="line">
            <a:avLst/>
          </a:prstGeom>
          <a:ln w="3175"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" name="Picture 5" descr="Logo&#10;&#10;Description automatically generated">
            <a:extLst>
              <a:ext uri="{FF2B5EF4-FFF2-40B4-BE49-F238E27FC236}">
                <a16:creationId xmlns:a16="http://schemas.microsoft.com/office/drawing/2014/main" id="{019E082B-DC57-D78D-70BE-8AF2675B6232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777521" y="6624897"/>
            <a:ext cx="633982" cy="1117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3370131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cope_of_Wor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0" name="Group 59">
            <a:extLst>
              <a:ext uri="{FF2B5EF4-FFF2-40B4-BE49-F238E27FC236}">
                <a16:creationId xmlns:a16="http://schemas.microsoft.com/office/drawing/2014/main" id="{8750EA25-07F3-2E2A-2264-AA7CFED04F4C}"/>
              </a:ext>
            </a:extLst>
          </p:cNvPr>
          <p:cNvGrpSpPr/>
          <p:nvPr userDrawn="1"/>
        </p:nvGrpSpPr>
        <p:grpSpPr>
          <a:xfrm>
            <a:off x="6355346" y="436661"/>
            <a:ext cx="5480998" cy="5747465"/>
            <a:chOff x="6355346" y="436404"/>
            <a:chExt cx="5480998" cy="5747465"/>
          </a:xfrm>
        </p:grpSpPr>
        <p:grpSp>
          <p:nvGrpSpPr>
            <p:cNvPr id="28" name="Group 27">
              <a:extLst>
                <a:ext uri="{FF2B5EF4-FFF2-40B4-BE49-F238E27FC236}">
                  <a16:creationId xmlns:a16="http://schemas.microsoft.com/office/drawing/2014/main" id="{7DD6D3EE-C5BF-3A9F-B3BC-BFE3581A7079}"/>
                </a:ext>
              </a:extLst>
            </p:cNvPr>
            <p:cNvGrpSpPr/>
            <p:nvPr userDrawn="1"/>
          </p:nvGrpSpPr>
          <p:grpSpPr>
            <a:xfrm>
              <a:off x="6355346" y="688332"/>
              <a:ext cx="5480998" cy="5495537"/>
              <a:chOff x="753200" y="588100"/>
              <a:chExt cx="5480998" cy="5495537"/>
            </a:xfrm>
          </p:grpSpPr>
          <p:sp>
            <p:nvSpPr>
              <p:cNvPr id="29" name="Rectangle 28">
                <a:extLst>
                  <a:ext uri="{FF2B5EF4-FFF2-40B4-BE49-F238E27FC236}">
                    <a16:creationId xmlns:a16="http://schemas.microsoft.com/office/drawing/2014/main" id="{C516A719-4AAA-8B81-E796-43BA9E0BEBF9}"/>
                  </a:ext>
                </a:extLst>
              </p:cNvPr>
              <p:cNvSpPr/>
              <p:nvPr userDrawn="1"/>
            </p:nvSpPr>
            <p:spPr>
              <a:xfrm>
                <a:off x="891398" y="732037"/>
                <a:ext cx="5342800" cy="5351600"/>
              </a:xfrm>
              <a:prstGeom prst="rect">
                <a:avLst/>
              </a:prstGeom>
              <a:solidFill>
                <a:schemeClr val="bg1"/>
              </a:solidFill>
              <a:ln w="28575"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SG"/>
              </a:p>
            </p:txBody>
          </p:sp>
          <p:sp>
            <p:nvSpPr>
              <p:cNvPr id="30" name="Rectangle 29">
                <a:extLst>
                  <a:ext uri="{FF2B5EF4-FFF2-40B4-BE49-F238E27FC236}">
                    <a16:creationId xmlns:a16="http://schemas.microsoft.com/office/drawing/2014/main" id="{60426C93-4A39-9E0C-C27E-11E23E5D4321}"/>
                  </a:ext>
                </a:extLst>
              </p:cNvPr>
              <p:cNvSpPr/>
              <p:nvPr userDrawn="1"/>
            </p:nvSpPr>
            <p:spPr>
              <a:xfrm>
                <a:off x="824302" y="664301"/>
                <a:ext cx="5342800" cy="5351600"/>
              </a:xfrm>
              <a:prstGeom prst="rect">
                <a:avLst/>
              </a:prstGeom>
              <a:solidFill>
                <a:schemeClr val="bg1"/>
              </a:solidFill>
              <a:ln w="28575">
                <a:solidFill>
                  <a:schemeClr val="bg1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SG"/>
              </a:p>
            </p:txBody>
          </p:sp>
          <p:sp>
            <p:nvSpPr>
              <p:cNvPr id="31" name="Rectangle 30">
                <a:extLst>
                  <a:ext uri="{FF2B5EF4-FFF2-40B4-BE49-F238E27FC236}">
                    <a16:creationId xmlns:a16="http://schemas.microsoft.com/office/drawing/2014/main" id="{AFBCA00B-F80E-F014-A15D-272579C162D9}"/>
                  </a:ext>
                </a:extLst>
              </p:cNvPr>
              <p:cNvSpPr/>
              <p:nvPr userDrawn="1"/>
            </p:nvSpPr>
            <p:spPr>
              <a:xfrm>
                <a:off x="753200" y="588100"/>
                <a:ext cx="5342800" cy="5351600"/>
              </a:xfrm>
              <a:prstGeom prst="rect">
                <a:avLst/>
              </a:prstGeom>
              <a:solidFill>
                <a:schemeClr val="bg1"/>
              </a:solidFill>
              <a:ln w="28575"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SG"/>
              </a:p>
            </p:txBody>
          </p:sp>
        </p:grpSp>
        <p:pic>
          <p:nvPicPr>
            <p:cNvPr id="1026" name="Picture 2" descr="Free Map Vectors, 84,000+ Images in AI, EPS format">
              <a:extLst>
                <a:ext uri="{FF2B5EF4-FFF2-40B4-BE49-F238E27FC236}">
                  <a16:creationId xmlns:a16="http://schemas.microsoft.com/office/drawing/2014/main" id="{93B11390-755D-4344-BF36-6762678A7685}"/>
                </a:ext>
              </a:extLst>
            </p:cNvPr>
            <p:cNvPicPr>
              <a:picLocks noChangeAspect="1" noChangeArrowheads="1"/>
            </p:cNvPicPr>
            <p:nvPr userDrawn="1"/>
          </p:nvPicPr>
          <p:blipFill>
            <a:blip r:embed="rId2">
              <a:clrChange>
                <a:clrFrom>
                  <a:srgbClr val="FEFEFE"/>
                </a:clrFrom>
                <a:clrTo>
                  <a:srgbClr val="FEFEFE">
                    <a:alpha val="0"/>
                  </a:srgbClr>
                </a:clrTo>
              </a:clrChange>
              <a:alphaModFix amt="5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666055" y="436404"/>
              <a:ext cx="4721381" cy="472138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34" name="Text Placeholder 2">
              <a:extLst>
                <a:ext uri="{FF2B5EF4-FFF2-40B4-BE49-F238E27FC236}">
                  <a16:creationId xmlns:a16="http://schemas.microsoft.com/office/drawing/2014/main" id="{F5498B50-B60C-06C5-8427-EC8C5EBA9CDF}"/>
                </a:ext>
              </a:extLst>
            </p:cNvPr>
            <p:cNvSpPr txBox="1">
              <a:spLocks/>
            </p:cNvSpPr>
            <p:nvPr userDrawn="1"/>
          </p:nvSpPr>
          <p:spPr>
            <a:xfrm>
              <a:off x="6460678" y="5065741"/>
              <a:ext cx="5237468" cy="843630"/>
            </a:xfrm>
            <a:prstGeom prst="rect">
              <a:avLst/>
            </a:prstGeom>
          </p:spPr>
          <p:txBody>
            <a:bodyPr anchor="ctr"/>
            <a:lstStyle>
              <a:lvl1pPr marL="228600" indent="-228600" algn="l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Char char="•"/>
                <a:defRPr sz="2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buNone/>
              </a:pPr>
              <a:r>
                <a:rPr lang="en-US" sz="1100"/>
                <a:t>All results presented in this report were discovered within the above focus data pool; no other data was used for analysis.</a:t>
              </a:r>
            </a:p>
            <a:p>
              <a:pPr marL="0" indent="0" algn="ctr">
                <a:buNone/>
              </a:pPr>
              <a:r>
                <a:rPr lang="en-US" sz="1100"/>
                <a:t>Final sample set used for analysis follows the RRS rule of being Representative, Random and Significant to eliminate bias.</a:t>
              </a:r>
            </a:p>
          </p:txBody>
        </p:sp>
        <p:sp>
          <p:nvSpPr>
            <p:cNvPr id="54" name="TextBox 53">
              <a:extLst>
                <a:ext uri="{FF2B5EF4-FFF2-40B4-BE49-F238E27FC236}">
                  <a16:creationId xmlns:a16="http://schemas.microsoft.com/office/drawing/2014/main" id="{1E389DA9-BAE3-EDA0-5EBC-8701FC1D73B4}"/>
                </a:ext>
              </a:extLst>
            </p:cNvPr>
            <p:cNvSpPr txBox="1"/>
            <p:nvPr userDrawn="1"/>
          </p:nvSpPr>
          <p:spPr>
            <a:xfrm>
              <a:off x="7530982" y="831907"/>
              <a:ext cx="2991525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SG" sz="2400" b="1">
                  <a:solidFill>
                    <a:schemeClr val="tx1">
                      <a:lumMod val="75000"/>
                      <a:lumOff val="25000"/>
                    </a:schemeClr>
                  </a:solidFill>
                </a:rPr>
                <a:t>What did we find?</a:t>
              </a:r>
            </a:p>
          </p:txBody>
        </p:sp>
      </p:grpSp>
      <p:sp>
        <p:nvSpPr>
          <p:cNvPr id="4" name="Slide Number Placeholder 5">
            <a:extLst>
              <a:ext uri="{FF2B5EF4-FFF2-40B4-BE49-F238E27FC236}">
                <a16:creationId xmlns:a16="http://schemas.microsoft.com/office/drawing/2014/main" id="{5E1AEFCE-48BE-B08E-0DD0-DF49E6B86B3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075462" y="6589483"/>
            <a:ext cx="750539" cy="18256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91D15E1-77D1-4FB9-8D05-E086015A1983}" type="slidenum">
              <a:rPr lang="en-SG" smtClean="0"/>
              <a:pPr/>
              <a:t>‹#›</a:t>
            </a:fld>
            <a:endParaRPr lang="en-SG"/>
          </a:p>
        </p:txBody>
      </p:sp>
      <p:sp>
        <p:nvSpPr>
          <p:cNvPr id="5" name="Text Placeholder 5">
            <a:extLst>
              <a:ext uri="{FF2B5EF4-FFF2-40B4-BE49-F238E27FC236}">
                <a16:creationId xmlns:a16="http://schemas.microsoft.com/office/drawing/2014/main" id="{5FE03A8D-0E91-994E-1002-CE95049C90F0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309772" y="6589483"/>
            <a:ext cx="7566455" cy="182562"/>
          </a:xfrm>
        </p:spPr>
        <p:txBody>
          <a:bodyPr anchor="ctr">
            <a:noAutofit/>
          </a:bodyPr>
          <a:lstStyle>
            <a:lvl1pPr marL="0" indent="0" algn="ctr">
              <a:buNone/>
              <a:defRPr sz="900"/>
            </a:lvl1pPr>
          </a:lstStyle>
          <a:p>
            <a:pPr lvl="0"/>
            <a:r>
              <a:rPr lang="en-US"/>
              <a:t>Footnote</a:t>
            </a:r>
            <a:endParaRPr lang="en-SG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77BE7CF9-D3E4-725C-7423-27598E167F0C}"/>
              </a:ext>
            </a:extLst>
          </p:cNvPr>
          <p:cNvCxnSpPr>
            <a:cxnSpLocks/>
          </p:cNvCxnSpPr>
          <p:nvPr userDrawn="1"/>
        </p:nvCxnSpPr>
        <p:spPr>
          <a:xfrm>
            <a:off x="360000" y="6501219"/>
            <a:ext cx="11466001" cy="0"/>
          </a:xfrm>
          <a:prstGeom prst="line">
            <a:avLst/>
          </a:prstGeom>
          <a:ln w="3175"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7" name="Picture 6" descr="Logo&#10;&#10;Description automatically generated">
            <a:extLst>
              <a:ext uri="{FF2B5EF4-FFF2-40B4-BE49-F238E27FC236}">
                <a16:creationId xmlns:a16="http://schemas.microsoft.com/office/drawing/2014/main" id="{9C4052A5-E5DE-5DDB-08ED-54595DC8409C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777521" y="6624897"/>
            <a:ext cx="633982" cy="111733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7731F34C-939F-E630-9909-267D34977456}"/>
              </a:ext>
            </a:extLst>
          </p:cNvPr>
          <p:cNvSpPr/>
          <p:nvPr userDrawn="1"/>
        </p:nvSpPr>
        <p:spPr>
          <a:xfrm>
            <a:off x="359999" y="676843"/>
            <a:ext cx="5470647" cy="5479658"/>
          </a:xfrm>
          <a:prstGeom prst="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 sz="1400"/>
          </a:p>
        </p:txBody>
      </p:sp>
      <p:sp>
        <p:nvSpPr>
          <p:cNvPr id="23" name="Table Placeholder 5">
            <a:extLst>
              <a:ext uri="{FF2B5EF4-FFF2-40B4-BE49-F238E27FC236}">
                <a16:creationId xmlns:a16="http://schemas.microsoft.com/office/drawing/2014/main" id="{7F5FA139-98CE-464E-B621-CA5C241F375E}"/>
              </a:ext>
            </a:extLst>
          </p:cNvPr>
          <p:cNvSpPr>
            <a:spLocks noGrp="1"/>
          </p:cNvSpPr>
          <p:nvPr userDrawn="1">
            <p:ph type="tbl" sz="quarter" idx="19"/>
          </p:nvPr>
        </p:nvSpPr>
        <p:spPr>
          <a:xfrm>
            <a:off x="7267058" y="1501358"/>
            <a:ext cx="3595679" cy="3228996"/>
          </a:xfrm>
        </p:spPr>
        <p:txBody>
          <a:bodyPr/>
          <a:lstStyle/>
          <a:p>
            <a:endParaRPr lang="en-SG"/>
          </a:p>
        </p:txBody>
      </p: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C0191483-D3E3-3049-C23F-3ED3A39B667A}"/>
              </a:ext>
            </a:extLst>
          </p:cNvPr>
          <p:cNvCxnSpPr>
            <a:cxnSpLocks/>
          </p:cNvCxnSpPr>
          <p:nvPr userDrawn="1"/>
        </p:nvCxnSpPr>
        <p:spPr>
          <a:xfrm flipV="1">
            <a:off x="6096000" y="352945"/>
            <a:ext cx="0" cy="5803556"/>
          </a:xfrm>
          <a:prstGeom prst="line">
            <a:avLst/>
          </a:prstGeom>
          <a:ln w="3175"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Text Placeholder 3">
            <a:extLst>
              <a:ext uri="{FF2B5EF4-FFF2-40B4-BE49-F238E27FC236}">
                <a16:creationId xmlns:a16="http://schemas.microsoft.com/office/drawing/2014/main" id="{71337236-F345-2FAB-432A-AB7E11213511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564798" y="1434433"/>
            <a:ext cx="5061048" cy="910617"/>
          </a:xfrm>
        </p:spPr>
        <p:txBody>
          <a:bodyPr anchor="ctr">
            <a:normAutofit/>
          </a:bodyPr>
          <a:lstStyle>
            <a:lvl1pPr marL="0" indent="0" algn="ctr">
              <a:buNone/>
              <a:defRPr sz="1600"/>
            </a:lvl1pPr>
          </a:lstStyle>
          <a:p>
            <a:pPr lvl="0"/>
            <a:endParaRPr lang="en-SG"/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46CEFC65-1A07-6C69-577B-4B4774D7EECD}"/>
              </a:ext>
            </a:extLst>
          </p:cNvPr>
          <p:cNvSpPr txBox="1"/>
          <p:nvPr userDrawn="1"/>
        </p:nvSpPr>
        <p:spPr>
          <a:xfrm>
            <a:off x="1472003" y="826520"/>
            <a:ext cx="314541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SG" sz="2400" b="1"/>
              <a:t>What is the scope?</a:t>
            </a:r>
          </a:p>
        </p:txBody>
      </p:sp>
      <p:cxnSp>
        <p:nvCxnSpPr>
          <p:cNvPr id="55" name="Straight Connector 54">
            <a:extLst>
              <a:ext uri="{FF2B5EF4-FFF2-40B4-BE49-F238E27FC236}">
                <a16:creationId xmlns:a16="http://schemas.microsoft.com/office/drawing/2014/main" id="{2E01334C-B505-0213-164A-7B1932892BD7}"/>
              </a:ext>
            </a:extLst>
          </p:cNvPr>
          <p:cNvCxnSpPr/>
          <p:nvPr userDrawn="1"/>
        </p:nvCxnSpPr>
        <p:spPr>
          <a:xfrm flipV="1">
            <a:off x="2357025" y="3515669"/>
            <a:ext cx="1470212" cy="1470212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8" name="Text Placeholder 20">
            <a:extLst>
              <a:ext uri="{FF2B5EF4-FFF2-40B4-BE49-F238E27FC236}">
                <a16:creationId xmlns:a16="http://schemas.microsoft.com/office/drawing/2014/main" id="{84E2DBD2-754D-E07E-CD01-736BB21A7559}"/>
              </a:ext>
            </a:extLst>
          </p:cNvPr>
          <p:cNvSpPr txBox="1">
            <a:spLocks/>
          </p:cNvSpPr>
          <p:nvPr userDrawn="1"/>
        </p:nvSpPr>
        <p:spPr>
          <a:xfrm>
            <a:off x="353999" y="316843"/>
            <a:ext cx="5482656" cy="275172"/>
          </a:xfrm>
          <a:prstGeom prst="rect">
            <a:avLst/>
          </a:prstGeom>
          <a:solidFill>
            <a:schemeClr val="tx1"/>
          </a:solidFill>
        </p:spPr>
        <p:txBody>
          <a:bodyPr anchor="ctr"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buNone/>
            </a:pPr>
            <a:r>
              <a:rPr lang="en-SG" sz="1600" b="1">
                <a:solidFill>
                  <a:schemeClr val="bg1"/>
                </a:solidFill>
              </a:rPr>
              <a:t>Scope of work</a:t>
            </a:r>
          </a:p>
        </p:txBody>
      </p:sp>
      <p:sp>
        <p:nvSpPr>
          <p:cNvPr id="61" name="Text Placeholder 20">
            <a:extLst>
              <a:ext uri="{FF2B5EF4-FFF2-40B4-BE49-F238E27FC236}">
                <a16:creationId xmlns:a16="http://schemas.microsoft.com/office/drawing/2014/main" id="{6C23FBC2-75FD-9B91-0E54-419D8F887D14}"/>
              </a:ext>
            </a:extLst>
          </p:cNvPr>
          <p:cNvSpPr txBox="1">
            <a:spLocks/>
          </p:cNvSpPr>
          <p:nvPr userDrawn="1"/>
        </p:nvSpPr>
        <p:spPr>
          <a:xfrm>
            <a:off x="6361355" y="316843"/>
            <a:ext cx="5482656" cy="275172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</p:spPr>
        <p:txBody>
          <a:bodyPr anchor="ctr"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buNone/>
            </a:pPr>
            <a:r>
              <a:rPr lang="en-SG" sz="1600" b="1">
                <a:solidFill>
                  <a:schemeClr val="bg1"/>
                </a:solidFill>
              </a:rPr>
              <a:t>Base people used for analysis</a:t>
            </a:r>
          </a:p>
        </p:txBody>
      </p:sp>
    </p:spTree>
    <p:extLst>
      <p:ext uri="{BB962C8B-B14F-4D97-AF65-F5344CB8AC3E}">
        <p14:creationId xmlns:p14="http://schemas.microsoft.com/office/powerpoint/2010/main" val="359381498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_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F4B13157-346F-462F-36A7-F5AC3E522F2B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3651585" y="468232"/>
            <a:ext cx="8167353" cy="1429144"/>
          </a:xfrm>
        </p:spPr>
        <p:txBody>
          <a:bodyPr>
            <a:normAutofit/>
          </a:bodyPr>
          <a:lstStyle>
            <a:lvl1pPr marL="0" indent="0">
              <a:buNone/>
              <a:defRPr sz="1100" i="1"/>
            </a:lvl1pPr>
          </a:lstStyle>
          <a:p>
            <a:pPr lvl="0"/>
            <a:r>
              <a:rPr lang="en-SG"/>
              <a:t>Text placeholder for [Questions to answer]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67A11D9C-73FE-4220-A1D9-6B2BDD494F0C}"/>
              </a:ext>
            </a:extLst>
          </p:cNvPr>
          <p:cNvSpPr/>
          <p:nvPr userDrawn="1"/>
        </p:nvSpPr>
        <p:spPr>
          <a:xfrm>
            <a:off x="0" y="2"/>
            <a:ext cx="3320663" cy="6857998"/>
          </a:xfrm>
          <a:custGeom>
            <a:avLst/>
            <a:gdLst>
              <a:gd name="connsiteX0" fmla="*/ 0 w 3049200"/>
              <a:gd name="connsiteY0" fmla="*/ 0 h 6857998"/>
              <a:gd name="connsiteX1" fmla="*/ 3049200 w 3049200"/>
              <a:gd name="connsiteY1" fmla="*/ 0 h 6857998"/>
              <a:gd name="connsiteX2" fmla="*/ 3049200 w 3049200"/>
              <a:gd name="connsiteY2" fmla="*/ 6857998 h 6857998"/>
              <a:gd name="connsiteX3" fmla="*/ 0 w 3049200"/>
              <a:gd name="connsiteY3" fmla="*/ 6857998 h 6857998"/>
              <a:gd name="connsiteX4" fmla="*/ 0 w 3049200"/>
              <a:gd name="connsiteY4" fmla="*/ 0 h 6857998"/>
              <a:gd name="connsiteX0" fmla="*/ 0 w 3049200"/>
              <a:gd name="connsiteY0" fmla="*/ 0 h 6857998"/>
              <a:gd name="connsiteX1" fmla="*/ 3049200 w 3049200"/>
              <a:gd name="connsiteY1" fmla="*/ 0 h 6857998"/>
              <a:gd name="connsiteX2" fmla="*/ 2777738 w 3049200"/>
              <a:gd name="connsiteY2" fmla="*/ 6857998 h 6857998"/>
              <a:gd name="connsiteX3" fmla="*/ 0 w 3049200"/>
              <a:gd name="connsiteY3" fmla="*/ 6857998 h 6857998"/>
              <a:gd name="connsiteX4" fmla="*/ 0 w 3049200"/>
              <a:gd name="connsiteY4" fmla="*/ 0 h 6857998"/>
              <a:gd name="connsiteX0" fmla="*/ 0 w 3320663"/>
              <a:gd name="connsiteY0" fmla="*/ 0 h 6857998"/>
              <a:gd name="connsiteX1" fmla="*/ 3320663 w 3320663"/>
              <a:gd name="connsiteY1" fmla="*/ 0 h 6857998"/>
              <a:gd name="connsiteX2" fmla="*/ 2777738 w 3320663"/>
              <a:gd name="connsiteY2" fmla="*/ 6857998 h 6857998"/>
              <a:gd name="connsiteX3" fmla="*/ 0 w 3320663"/>
              <a:gd name="connsiteY3" fmla="*/ 6857998 h 6857998"/>
              <a:gd name="connsiteX4" fmla="*/ 0 w 3320663"/>
              <a:gd name="connsiteY4" fmla="*/ 0 h 685799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320663" h="6857998">
                <a:moveTo>
                  <a:pt x="0" y="0"/>
                </a:moveTo>
                <a:lnTo>
                  <a:pt x="3320663" y="0"/>
                </a:lnTo>
                <a:lnTo>
                  <a:pt x="2777738" y="6857998"/>
                </a:lnTo>
                <a:lnTo>
                  <a:pt x="0" y="6857998"/>
                </a:lnTo>
                <a:lnTo>
                  <a:pt x="0" y="0"/>
                </a:lnTo>
                <a:close/>
              </a:path>
            </a:pathLst>
          </a:cu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B4F02BF2-1121-4FB3-8DE0-FF9C69660C7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075462" y="6589483"/>
            <a:ext cx="750539" cy="18256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91D15E1-77D1-4FB9-8D05-E086015A1983}" type="slidenum">
              <a:rPr lang="en-SG" smtClean="0"/>
              <a:pPr/>
              <a:t>‹#›</a:t>
            </a:fld>
            <a:endParaRPr lang="en-SG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FB713CB1-0255-4D8E-8DF6-A9B215F6BC6F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145994" y="6589483"/>
            <a:ext cx="7566455" cy="182562"/>
          </a:xfrm>
        </p:spPr>
        <p:txBody>
          <a:bodyPr anchor="ctr">
            <a:noAutofit/>
          </a:bodyPr>
          <a:lstStyle>
            <a:lvl1pPr marL="0" indent="0" algn="l">
              <a:buNone/>
              <a:defRPr sz="900"/>
            </a:lvl1pPr>
          </a:lstStyle>
          <a:p>
            <a:pPr lvl="0"/>
            <a:r>
              <a:rPr lang="en-US"/>
              <a:t>Footnote</a:t>
            </a:r>
            <a:endParaRPr lang="en-SG"/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0D064F62-4ED5-4268-A41F-85D9ADA5200E}"/>
              </a:ext>
            </a:extLst>
          </p:cNvPr>
          <p:cNvCxnSpPr>
            <a:cxnSpLocks/>
          </p:cNvCxnSpPr>
          <p:nvPr userDrawn="1"/>
        </p:nvCxnSpPr>
        <p:spPr>
          <a:xfrm>
            <a:off x="3168437" y="6501219"/>
            <a:ext cx="8657564" cy="0"/>
          </a:xfrm>
          <a:prstGeom prst="line">
            <a:avLst/>
          </a:prstGeom>
          <a:ln w="3175"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91B4C365-BA6E-46EF-8C12-6C80647037A9}"/>
              </a:ext>
            </a:extLst>
          </p:cNvPr>
          <p:cNvCxnSpPr>
            <a:cxnSpLocks/>
          </p:cNvCxnSpPr>
          <p:nvPr userDrawn="1"/>
        </p:nvCxnSpPr>
        <p:spPr>
          <a:xfrm>
            <a:off x="354001" y="356783"/>
            <a:ext cx="2593825" cy="0"/>
          </a:xfrm>
          <a:prstGeom prst="line">
            <a:avLst/>
          </a:prstGeom>
          <a:ln w="3175"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" name="Picture 2" descr="Logo&#10;&#10;Description automatically generated">
            <a:extLst>
              <a:ext uri="{FF2B5EF4-FFF2-40B4-BE49-F238E27FC236}">
                <a16:creationId xmlns:a16="http://schemas.microsoft.com/office/drawing/2014/main" id="{C03EC06A-499C-ED64-D99B-432664055F26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777521" y="6624897"/>
            <a:ext cx="633982" cy="111733"/>
          </a:xfrm>
          <a:prstGeom prst="rect">
            <a:avLst/>
          </a:prstGeom>
        </p:spPr>
      </p:pic>
      <p:cxnSp>
        <p:nvCxnSpPr>
          <p:cNvPr id="54" name="Straight Connector 53">
            <a:extLst>
              <a:ext uri="{FF2B5EF4-FFF2-40B4-BE49-F238E27FC236}">
                <a16:creationId xmlns:a16="http://schemas.microsoft.com/office/drawing/2014/main" id="{42F0D87D-FB46-C3E6-C830-A40078875A28}"/>
              </a:ext>
            </a:extLst>
          </p:cNvPr>
          <p:cNvCxnSpPr>
            <a:cxnSpLocks/>
          </p:cNvCxnSpPr>
          <p:nvPr userDrawn="1"/>
        </p:nvCxnSpPr>
        <p:spPr>
          <a:xfrm>
            <a:off x="3651808" y="356783"/>
            <a:ext cx="8167353" cy="0"/>
          </a:xfrm>
          <a:prstGeom prst="line">
            <a:avLst/>
          </a:prstGeom>
          <a:ln w="3175"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5" name="Text Placeholder 3">
            <a:extLst>
              <a:ext uri="{FF2B5EF4-FFF2-40B4-BE49-F238E27FC236}">
                <a16:creationId xmlns:a16="http://schemas.microsoft.com/office/drawing/2014/main" id="{ADE9A7E1-11AE-4D68-B9A2-B7E45A49D92C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354000" y="99991"/>
            <a:ext cx="1296000" cy="171960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</p:spPr>
        <p:txBody>
          <a:bodyPr anchor="ctr">
            <a:noAutofit/>
          </a:bodyPr>
          <a:lstStyle>
            <a:lvl1pPr marL="0" indent="0" algn="l">
              <a:buNone/>
              <a:defRPr sz="1000" b="1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  <a:endParaRPr lang="en-SG"/>
          </a:p>
        </p:txBody>
      </p:sp>
      <p:sp>
        <p:nvSpPr>
          <p:cNvPr id="66" name="Text Placeholder 3">
            <a:extLst>
              <a:ext uri="{FF2B5EF4-FFF2-40B4-BE49-F238E27FC236}">
                <a16:creationId xmlns:a16="http://schemas.microsoft.com/office/drawing/2014/main" id="{89276815-6A5A-8111-A932-476E38E024B7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1648224" y="99991"/>
            <a:ext cx="1296000" cy="171960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</p:spPr>
        <p:txBody>
          <a:bodyPr anchor="ctr">
            <a:noAutofit/>
          </a:bodyPr>
          <a:lstStyle>
            <a:lvl1pPr marL="0" indent="0" algn="l">
              <a:buNone/>
              <a:defRPr sz="1000" b="1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  <a:endParaRPr lang="en-SG"/>
          </a:p>
        </p:txBody>
      </p:sp>
      <p:sp>
        <p:nvSpPr>
          <p:cNvPr id="83" name="Rectangle 82">
            <a:extLst>
              <a:ext uri="{FF2B5EF4-FFF2-40B4-BE49-F238E27FC236}">
                <a16:creationId xmlns:a16="http://schemas.microsoft.com/office/drawing/2014/main" id="{8D45FC52-0D31-97A7-FE5B-37F972F98A12}"/>
              </a:ext>
            </a:extLst>
          </p:cNvPr>
          <p:cNvSpPr/>
          <p:nvPr userDrawn="1"/>
        </p:nvSpPr>
        <p:spPr>
          <a:xfrm>
            <a:off x="-717000" y="-3217"/>
            <a:ext cx="360000" cy="36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/>
          </a:p>
        </p:txBody>
      </p:sp>
      <p:sp>
        <p:nvSpPr>
          <p:cNvPr id="87" name="Text Placeholder 3">
            <a:extLst>
              <a:ext uri="{FF2B5EF4-FFF2-40B4-BE49-F238E27FC236}">
                <a16:creationId xmlns:a16="http://schemas.microsoft.com/office/drawing/2014/main" id="{A88D6341-5A51-C427-1C83-A6BDE60683D3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10530001" y="99991"/>
            <a:ext cx="1296000" cy="171960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txBody>
          <a:bodyPr anchor="ctr">
            <a:noAutofit/>
          </a:bodyPr>
          <a:lstStyle>
            <a:lvl1pPr marL="0" indent="0" algn="r">
              <a:buNone/>
              <a:defRPr sz="1000" b="1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  <a:endParaRPr lang="en-SG"/>
          </a:p>
        </p:txBody>
      </p:sp>
      <p:sp>
        <p:nvSpPr>
          <p:cNvPr id="7" name="Text Placeholder 3">
            <a:extLst>
              <a:ext uri="{FF2B5EF4-FFF2-40B4-BE49-F238E27FC236}">
                <a16:creationId xmlns:a16="http://schemas.microsoft.com/office/drawing/2014/main" id="{A7A776BB-CFA9-CA45-FBDA-437581AC4327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54001" y="468234"/>
            <a:ext cx="2577807" cy="2849314"/>
          </a:xfrm>
          <a:noFill/>
        </p:spPr>
        <p:txBody>
          <a:bodyPr anchor="ctr">
            <a:normAutofit/>
          </a:bodyPr>
          <a:lstStyle>
            <a:lvl1pPr marL="0" indent="0" algn="l">
              <a:lnSpc>
                <a:spcPct val="100000"/>
              </a:lnSpc>
              <a:buNone/>
              <a:defRPr sz="2400" b="1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SG"/>
              <a:t>For core commentary.</a:t>
            </a:r>
          </a:p>
        </p:txBody>
      </p:sp>
      <p:sp>
        <p:nvSpPr>
          <p:cNvPr id="8" name="Text Placeholder 3">
            <a:extLst>
              <a:ext uri="{FF2B5EF4-FFF2-40B4-BE49-F238E27FC236}">
                <a16:creationId xmlns:a16="http://schemas.microsoft.com/office/drawing/2014/main" id="{D6712DDA-92A2-BFC1-29BA-6F4E10F60F6F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354001" y="3535965"/>
            <a:ext cx="2416855" cy="2830553"/>
          </a:xfrm>
          <a:noFill/>
        </p:spPr>
        <p:txBody>
          <a:bodyPr anchor="ctr">
            <a:normAutofit/>
          </a:bodyPr>
          <a:lstStyle>
            <a:lvl1pPr marL="0" indent="0" algn="l">
              <a:lnSpc>
                <a:spcPct val="100000"/>
              </a:lnSpc>
              <a:buNone/>
              <a:defRPr sz="1600" b="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SG"/>
              <a:t>For supplementary commentary.</a:t>
            </a:r>
          </a:p>
        </p:txBody>
      </p:sp>
      <p:sp>
        <p:nvSpPr>
          <p:cNvPr id="4" name="Table Placeholder 11">
            <a:extLst>
              <a:ext uri="{FF2B5EF4-FFF2-40B4-BE49-F238E27FC236}">
                <a16:creationId xmlns:a16="http://schemas.microsoft.com/office/drawing/2014/main" id="{2F29FD39-B220-6DC3-E929-CE688649D1EA}"/>
              </a:ext>
            </a:extLst>
          </p:cNvPr>
          <p:cNvSpPr>
            <a:spLocks noGrp="1"/>
          </p:cNvSpPr>
          <p:nvPr>
            <p:ph type="tbl" sz="quarter" idx="21"/>
          </p:nvPr>
        </p:nvSpPr>
        <p:spPr>
          <a:xfrm>
            <a:off x="3658648" y="2316766"/>
            <a:ext cx="8167353" cy="2438397"/>
          </a:xfrm>
        </p:spPr>
        <p:txBody>
          <a:bodyPr/>
          <a:lstStyle/>
          <a:p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199235648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_Horizont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">
            <a:extLst>
              <a:ext uri="{FF2B5EF4-FFF2-40B4-BE49-F238E27FC236}">
                <a16:creationId xmlns:a16="http://schemas.microsoft.com/office/drawing/2014/main" id="{E17B1A5D-B58B-DB24-10F3-FCF6ECE73FC7}"/>
              </a:ext>
            </a:extLst>
          </p:cNvPr>
          <p:cNvSpPr>
            <a:spLocks/>
          </p:cNvSpPr>
          <p:nvPr userDrawn="1"/>
        </p:nvSpPr>
        <p:spPr>
          <a:xfrm rot="5400000" flipV="1">
            <a:off x="5175874" y="-4819779"/>
            <a:ext cx="1840253" cy="12192000"/>
          </a:xfrm>
          <a:custGeom>
            <a:avLst/>
            <a:gdLst>
              <a:gd name="connsiteX0" fmla="*/ 0 w 3049200"/>
              <a:gd name="connsiteY0" fmla="*/ 0 h 6857998"/>
              <a:gd name="connsiteX1" fmla="*/ 3049200 w 3049200"/>
              <a:gd name="connsiteY1" fmla="*/ 0 h 6857998"/>
              <a:gd name="connsiteX2" fmla="*/ 3049200 w 3049200"/>
              <a:gd name="connsiteY2" fmla="*/ 6857998 h 6857998"/>
              <a:gd name="connsiteX3" fmla="*/ 0 w 3049200"/>
              <a:gd name="connsiteY3" fmla="*/ 6857998 h 6857998"/>
              <a:gd name="connsiteX4" fmla="*/ 0 w 3049200"/>
              <a:gd name="connsiteY4" fmla="*/ 0 h 6857998"/>
              <a:gd name="connsiteX0" fmla="*/ 0 w 3049200"/>
              <a:gd name="connsiteY0" fmla="*/ 0 h 6857998"/>
              <a:gd name="connsiteX1" fmla="*/ 3049200 w 3049200"/>
              <a:gd name="connsiteY1" fmla="*/ 0 h 6857998"/>
              <a:gd name="connsiteX2" fmla="*/ 2777738 w 3049200"/>
              <a:gd name="connsiteY2" fmla="*/ 6857998 h 6857998"/>
              <a:gd name="connsiteX3" fmla="*/ 0 w 3049200"/>
              <a:gd name="connsiteY3" fmla="*/ 6857998 h 6857998"/>
              <a:gd name="connsiteX4" fmla="*/ 0 w 3049200"/>
              <a:gd name="connsiteY4" fmla="*/ 0 h 6857998"/>
              <a:gd name="connsiteX0" fmla="*/ 0 w 3320663"/>
              <a:gd name="connsiteY0" fmla="*/ 0 h 6857998"/>
              <a:gd name="connsiteX1" fmla="*/ 3320663 w 3320663"/>
              <a:gd name="connsiteY1" fmla="*/ 0 h 6857998"/>
              <a:gd name="connsiteX2" fmla="*/ 2777738 w 3320663"/>
              <a:gd name="connsiteY2" fmla="*/ 6857998 h 6857998"/>
              <a:gd name="connsiteX3" fmla="*/ 0 w 3320663"/>
              <a:gd name="connsiteY3" fmla="*/ 6857998 h 6857998"/>
              <a:gd name="connsiteX4" fmla="*/ 0 w 3320663"/>
              <a:gd name="connsiteY4" fmla="*/ 0 h 685799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320663" h="6857998">
                <a:moveTo>
                  <a:pt x="0" y="0"/>
                </a:moveTo>
                <a:lnTo>
                  <a:pt x="3320663" y="0"/>
                </a:lnTo>
                <a:lnTo>
                  <a:pt x="2777738" y="6857998"/>
                </a:lnTo>
                <a:lnTo>
                  <a:pt x="0" y="6857998"/>
                </a:lnTo>
                <a:lnTo>
                  <a:pt x="0" y="0"/>
                </a:lnTo>
                <a:close/>
              </a:path>
            </a:pathLst>
          </a:cu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F4B13157-346F-462F-36A7-F5AC3E522F2B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353999" y="3006016"/>
            <a:ext cx="2782800" cy="2437200"/>
          </a:xfrm>
        </p:spPr>
        <p:txBody>
          <a:bodyPr>
            <a:normAutofit/>
          </a:bodyPr>
          <a:lstStyle>
            <a:lvl1pPr marL="0" indent="0">
              <a:buNone/>
              <a:defRPr sz="1100" i="1"/>
            </a:lvl1pPr>
          </a:lstStyle>
          <a:p>
            <a:pPr lvl="0"/>
            <a:r>
              <a:rPr lang="en-SG"/>
              <a:t>Text placeholder for [Questions to answer]</a:t>
            </a:r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B4F02BF2-1121-4FB3-8DE0-FF9C69660C7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075462" y="6589483"/>
            <a:ext cx="750539" cy="18256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91D15E1-77D1-4FB9-8D05-E086015A1983}" type="slidenum">
              <a:rPr lang="en-SG" smtClean="0"/>
              <a:pPr/>
              <a:t>‹#›</a:t>
            </a:fld>
            <a:endParaRPr lang="en-SG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FB713CB1-0255-4D8E-8DF6-A9B215F6BC6F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306772" y="6589483"/>
            <a:ext cx="7566455" cy="182562"/>
          </a:xfrm>
        </p:spPr>
        <p:txBody>
          <a:bodyPr anchor="ctr">
            <a:noAutofit/>
          </a:bodyPr>
          <a:lstStyle>
            <a:lvl1pPr marL="0" indent="0" algn="ctr">
              <a:buNone/>
              <a:defRPr sz="900"/>
            </a:lvl1pPr>
          </a:lstStyle>
          <a:p>
            <a:pPr lvl="0"/>
            <a:r>
              <a:rPr lang="en-US"/>
              <a:t>Footnote</a:t>
            </a:r>
            <a:endParaRPr lang="en-SG"/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0D064F62-4ED5-4268-A41F-85D9ADA5200E}"/>
              </a:ext>
            </a:extLst>
          </p:cNvPr>
          <p:cNvCxnSpPr>
            <a:cxnSpLocks/>
          </p:cNvCxnSpPr>
          <p:nvPr userDrawn="1"/>
        </p:nvCxnSpPr>
        <p:spPr>
          <a:xfrm>
            <a:off x="354000" y="6501219"/>
            <a:ext cx="11472001" cy="0"/>
          </a:xfrm>
          <a:prstGeom prst="line">
            <a:avLst/>
          </a:prstGeom>
          <a:ln w="3175"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" name="Picture 2" descr="Logo&#10;&#10;Description automatically generated">
            <a:extLst>
              <a:ext uri="{FF2B5EF4-FFF2-40B4-BE49-F238E27FC236}">
                <a16:creationId xmlns:a16="http://schemas.microsoft.com/office/drawing/2014/main" id="{C03EC06A-499C-ED64-D99B-432664055F26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777521" y="6624897"/>
            <a:ext cx="633982" cy="111733"/>
          </a:xfrm>
          <a:prstGeom prst="rect">
            <a:avLst/>
          </a:prstGeom>
        </p:spPr>
      </p:pic>
      <p:sp>
        <p:nvSpPr>
          <p:cNvPr id="65" name="Text Placeholder 3">
            <a:extLst>
              <a:ext uri="{FF2B5EF4-FFF2-40B4-BE49-F238E27FC236}">
                <a16:creationId xmlns:a16="http://schemas.microsoft.com/office/drawing/2014/main" id="{ADE9A7E1-11AE-4D68-B9A2-B7E45A49D92C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354000" y="99991"/>
            <a:ext cx="1296000" cy="171960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</p:spPr>
        <p:txBody>
          <a:bodyPr anchor="ctr">
            <a:noAutofit/>
          </a:bodyPr>
          <a:lstStyle>
            <a:lvl1pPr marL="0" indent="0" algn="l">
              <a:buNone/>
              <a:defRPr sz="1000" b="1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  <a:endParaRPr lang="en-SG"/>
          </a:p>
        </p:txBody>
      </p:sp>
      <p:sp>
        <p:nvSpPr>
          <p:cNvPr id="66" name="Text Placeholder 3">
            <a:extLst>
              <a:ext uri="{FF2B5EF4-FFF2-40B4-BE49-F238E27FC236}">
                <a16:creationId xmlns:a16="http://schemas.microsoft.com/office/drawing/2014/main" id="{89276815-6A5A-8111-A932-476E38E024B7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1650000" y="99991"/>
            <a:ext cx="1283584" cy="171960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</p:spPr>
        <p:txBody>
          <a:bodyPr anchor="ctr">
            <a:noAutofit/>
          </a:bodyPr>
          <a:lstStyle>
            <a:lvl1pPr marL="0" indent="0" algn="l">
              <a:buNone/>
              <a:defRPr sz="1000" b="1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  <a:endParaRPr lang="en-SG"/>
          </a:p>
        </p:txBody>
      </p:sp>
      <p:sp>
        <p:nvSpPr>
          <p:cNvPr id="83" name="Rectangle 82">
            <a:extLst>
              <a:ext uri="{FF2B5EF4-FFF2-40B4-BE49-F238E27FC236}">
                <a16:creationId xmlns:a16="http://schemas.microsoft.com/office/drawing/2014/main" id="{8D45FC52-0D31-97A7-FE5B-37F972F98A12}"/>
              </a:ext>
            </a:extLst>
          </p:cNvPr>
          <p:cNvSpPr/>
          <p:nvPr userDrawn="1"/>
        </p:nvSpPr>
        <p:spPr>
          <a:xfrm>
            <a:off x="-717000" y="-3217"/>
            <a:ext cx="360000" cy="36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/>
          </a:p>
        </p:txBody>
      </p:sp>
      <p:sp>
        <p:nvSpPr>
          <p:cNvPr id="87" name="Text Placeholder 3">
            <a:extLst>
              <a:ext uri="{FF2B5EF4-FFF2-40B4-BE49-F238E27FC236}">
                <a16:creationId xmlns:a16="http://schemas.microsoft.com/office/drawing/2014/main" id="{A88D6341-5A51-C427-1C83-A6BDE60683D3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10530001" y="99991"/>
            <a:ext cx="1296000" cy="171960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txBody>
          <a:bodyPr anchor="ctr">
            <a:noAutofit/>
          </a:bodyPr>
          <a:lstStyle>
            <a:lvl1pPr marL="0" indent="0" algn="r">
              <a:buNone/>
              <a:defRPr sz="1000" b="1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  <a:endParaRPr lang="en-SG"/>
          </a:p>
        </p:txBody>
      </p:sp>
      <p:sp>
        <p:nvSpPr>
          <p:cNvPr id="7" name="Text Placeholder 3">
            <a:extLst>
              <a:ext uri="{FF2B5EF4-FFF2-40B4-BE49-F238E27FC236}">
                <a16:creationId xmlns:a16="http://schemas.microsoft.com/office/drawing/2014/main" id="{A7A776BB-CFA9-CA45-FBDA-437581AC4327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54001" y="468234"/>
            <a:ext cx="11472000" cy="808471"/>
          </a:xfrm>
          <a:noFill/>
        </p:spPr>
        <p:txBody>
          <a:bodyPr anchor="ctr">
            <a:normAutofit/>
          </a:bodyPr>
          <a:lstStyle>
            <a:lvl1pPr marL="0" indent="0" algn="l">
              <a:lnSpc>
                <a:spcPct val="100000"/>
              </a:lnSpc>
              <a:buNone/>
              <a:defRPr sz="2400" b="1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SG"/>
              <a:t>For core commentary.</a:t>
            </a:r>
          </a:p>
        </p:txBody>
      </p:sp>
      <p:sp>
        <p:nvSpPr>
          <p:cNvPr id="8" name="Text Placeholder 3">
            <a:extLst>
              <a:ext uri="{FF2B5EF4-FFF2-40B4-BE49-F238E27FC236}">
                <a16:creationId xmlns:a16="http://schemas.microsoft.com/office/drawing/2014/main" id="{D6712DDA-92A2-BFC1-29BA-6F4E10F60F6F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354001" y="1276705"/>
            <a:ext cx="11472000" cy="575793"/>
          </a:xfrm>
          <a:noFill/>
        </p:spPr>
        <p:txBody>
          <a:bodyPr anchor="ctr">
            <a:normAutofit/>
          </a:bodyPr>
          <a:lstStyle>
            <a:lvl1pPr marL="0" indent="0" algn="l">
              <a:lnSpc>
                <a:spcPct val="100000"/>
              </a:lnSpc>
              <a:buNone/>
              <a:defRPr sz="1600" b="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SG"/>
              <a:t>For supplementary commentary.</a:t>
            </a:r>
          </a:p>
        </p:txBody>
      </p:sp>
      <p:sp>
        <p:nvSpPr>
          <p:cNvPr id="4" name="Table Placeholder 11">
            <a:extLst>
              <a:ext uri="{FF2B5EF4-FFF2-40B4-BE49-F238E27FC236}">
                <a16:creationId xmlns:a16="http://schemas.microsoft.com/office/drawing/2014/main" id="{2F29FD39-B220-6DC3-E929-CE688649D1EA}"/>
              </a:ext>
            </a:extLst>
          </p:cNvPr>
          <p:cNvSpPr>
            <a:spLocks noGrp="1"/>
          </p:cNvSpPr>
          <p:nvPr>
            <p:ph type="tbl" sz="quarter" idx="21"/>
          </p:nvPr>
        </p:nvSpPr>
        <p:spPr>
          <a:xfrm>
            <a:off x="3308401" y="3004819"/>
            <a:ext cx="8517600" cy="2438397"/>
          </a:xfrm>
        </p:spPr>
        <p:txBody>
          <a:bodyPr/>
          <a:lstStyle/>
          <a:p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76354166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reestyle_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67A11D9C-73FE-4220-A1D9-6B2BDD494F0C}"/>
              </a:ext>
            </a:extLst>
          </p:cNvPr>
          <p:cNvSpPr/>
          <p:nvPr userDrawn="1"/>
        </p:nvSpPr>
        <p:spPr>
          <a:xfrm>
            <a:off x="0" y="2"/>
            <a:ext cx="3320663" cy="6857998"/>
          </a:xfrm>
          <a:custGeom>
            <a:avLst/>
            <a:gdLst>
              <a:gd name="connsiteX0" fmla="*/ 0 w 3049200"/>
              <a:gd name="connsiteY0" fmla="*/ 0 h 6857998"/>
              <a:gd name="connsiteX1" fmla="*/ 3049200 w 3049200"/>
              <a:gd name="connsiteY1" fmla="*/ 0 h 6857998"/>
              <a:gd name="connsiteX2" fmla="*/ 3049200 w 3049200"/>
              <a:gd name="connsiteY2" fmla="*/ 6857998 h 6857998"/>
              <a:gd name="connsiteX3" fmla="*/ 0 w 3049200"/>
              <a:gd name="connsiteY3" fmla="*/ 6857998 h 6857998"/>
              <a:gd name="connsiteX4" fmla="*/ 0 w 3049200"/>
              <a:gd name="connsiteY4" fmla="*/ 0 h 6857998"/>
              <a:gd name="connsiteX0" fmla="*/ 0 w 3049200"/>
              <a:gd name="connsiteY0" fmla="*/ 0 h 6857998"/>
              <a:gd name="connsiteX1" fmla="*/ 3049200 w 3049200"/>
              <a:gd name="connsiteY1" fmla="*/ 0 h 6857998"/>
              <a:gd name="connsiteX2" fmla="*/ 2777738 w 3049200"/>
              <a:gd name="connsiteY2" fmla="*/ 6857998 h 6857998"/>
              <a:gd name="connsiteX3" fmla="*/ 0 w 3049200"/>
              <a:gd name="connsiteY3" fmla="*/ 6857998 h 6857998"/>
              <a:gd name="connsiteX4" fmla="*/ 0 w 3049200"/>
              <a:gd name="connsiteY4" fmla="*/ 0 h 6857998"/>
              <a:gd name="connsiteX0" fmla="*/ 0 w 3320663"/>
              <a:gd name="connsiteY0" fmla="*/ 0 h 6857998"/>
              <a:gd name="connsiteX1" fmla="*/ 3320663 w 3320663"/>
              <a:gd name="connsiteY1" fmla="*/ 0 h 6857998"/>
              <a:gd name="connsiteX2" fmla="*/ 2777738 w 3320663"/>
              <a:gd name="connsiteY2" fmla="*/ 6857998 h 6857998"/>
              <a:gd name="connsiteX3" fmla="*/ 0 w 3320663"/>
              <a:gd name="connsiteY3" fmla="*/ 6857998 h 6857998"/>
              <a:gd name="connsiteX4" fmla="*/ 0 w 3320663"/>
              <a:gd name="connsiteY4" fmla="*/ 0 h 685799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320663" h="6857998">
                <a:moveTo>
                  <a:pt x="0" y="0"/>
                </a:moveTo>
                <a:lnTo>
                  <a:pt x="3320663" y="0"/>
                </a:lnTo>
                <a:lnTo>
                  <a:pt x="2777738" y="6857998"/>
                </a:lnTo>
                <a:lnTo>
                  <a:pt x="0" y="6857998"/>
                </a:lnTo>
                <a:lnTo>
                  <a:pt x="0" y="0"/>
                </a:lnTo>
                <a:close/>
              </a:path>
            </a:pathLst>
          </a:cu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B4F02BF2-1121-4FB3-8DE0-FF9C69660C7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075462" y="6589483"/>
            <a:ext cx="750539" cy="18256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91D15E1-77D1-4FB9-8D05-E086015A1983}" type="slidenum">
              <a:rPr lang="en-SG" smtClean="0"/>
              <a:pPr/>
              <a:t>‹#›</a:t>
            </a:fld>
            <a:endParaRPr lang="en-SG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FB713CB1-0255-4D8E-8DF6-A9B215F6BC6F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145994" y="6589483"/>
            <a:ext cx="7566455" cy="182562"/>
          </a:xfrm>
        </p:spPr>
        <p:txBody>
          <a:bodyPr anchor="ctr">
            <a:noAutofit/>
          </a:bodyPr>
          <a:lstStyle>
            <a:lvl1pPr marL="0" indent="0" algn="l">
              <a:buNone/>
              <a:defRPr sz="900"/>
            </a:lvl1pPr>
          </a:lstStyle>
          <a:p>
            <a:pPr lvl="0"/>
            <a:r>
              <a:rPr lang="en-US"/>
              <a:t>Footnote</a:t>
            </a:r>
            <a:endParaRPr lang="en-SG"/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0D064F62-4ED5-4268-A41F-85D9ADA5200E}"/>
              </a:ext>
            </a:extLst>
          </p:cNvPr>
          <p:cNvCxnSpPr>
            <a:cxnSpLocks/>
          </p:cNvCxnSpPr>
          <p:nvPr userDrawn="1"/>
        </p:nvCxnSpPr>
        <p:spPr>
          <a:xfrm>
            <a:off x="3168437" y="6501219"/>
            <a:ext cx="8657564" cy="0"/>
          </a:xfrm>
          <a:prstGeom prst="line">
            <a:avLst/>
          </a:prstGeom>
          <a:ln w="3175"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91B4C365-BA6E-46EF-8C12-6C80647037A9}"/>
              </a:ext>
            </a:extLst>
          </p:cNvPr>
          <p:cNvCxnSpPr>
            <a:cxnSpLocks/>
          </p:cNvCxnSpPr>
          <p:nvPr userDrawn="1"/>
        </p:nvCxnSpPr>
        <p:spPr>
          <a:xfrm>
            <a:off x="354001" y="356783"/>
            <a:ext cx="2593825" cy="0"/>
          </a:xfrm>
          <a:prstGeom prst="line">
            <a:avLst/>
          </a:prstGeom>
          <a:ln w="3175"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" name="Picture 2" descr="Logo&#10;&#10;Description automatically generated">
            <a:extLst>
              <a:ext uri="{FF2B5EF4-FFF2-40B4-BE49-F238E27FC236}">
                <a16:creationId xmlns:a16="http://schemas.microsoft.com/office/drawing/2014/main" id="{C03EC06A-499C-ED64-D99B-432664055F26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777521" y="6624897"/>
            <a:ext cx="633982" cy="111733"/>
          </a:xfrm>
          <a:prstGeom prst="rect">
            <a:avLst/>
          </a:prstGeom>
        </p:spPr>
      </p:pic>
      <p:cxnSp>
        <p:nvCxnSpPr>
          <p:cNvPr id="54" name="Straight Connector 53">
            <a:extLst>
              <a:ext uri="{FF2B5EF4-FFF2-40B4-BE49-F238E27FC236}">
                <a16:creationId xmlns:a16="http://schemas.microsoft.com/office/drawing/2014/main" id="{42F0D87D-FB46-C3E6-C830-A40078875A28}"/>
              </a:ext>
            </a:extLst>
          </p:cNvPr>
          <p:cNvCxnSpPr>
            <a:cxnSpLocks/>
          </p:cNvCxnSpPr>
          <p:nvPr userDrawn="1"/>
        </p:nvCxnSpPr>
        <p:spPr>
          <a:xfrm>
            <a:off x="3651808" y="356783"/>
            <a:ext cx="8167353" cy="0"/>
          </a:xfrm>
          <a:prstGeom prst="line">
            <a:avLst/>
          </a:prstGeom>
          <a:ln w="3175"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5" name="Text Placeholder 3">
            <a:extLst>
              <a:ext uri="{FF2B5EF4-FFF2-40B4-BE49-F238E27FC236}">
                <a16:creationId xmlns:a16="http://schemas.microsoft.com/office/drawing/2014/main" id="{ADE9A7E1-11AE-4D68-B9A2-B7E45A49D92C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354000" y="99991"/>
            <a:ext cx="1296000" cy="171960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</p:spPr>
        <p:txBody>
          <a:bodyPr anchor="ctr">
            <a:noAutofit/>
          </a:bodyPr>
          <a:lstStyle>
            <a:lvl1pPr marL="0" indent="0" algn="l">
              <a:buNone/>
              <a:defRPr sz="1000" b="1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  <a:endParaRPr lang="en-SG"/>
          </a:p>
        </p:txBody>
      </p:sp>
      <p:sp>
        <p:nvSpPr>
          <p:cNvPr id="66" name="Text Placeholder 3">
            <a:extLst>
              <a:ext uri="{FF2B5EF4-FFF2-40B4-BE49-F238E27FC236}">
                <a16:creationId xmlns:a16="http://schemas.microsoft.com/office/drawing/2014/main" id="{89276815-6A5A-8111-A932-476E38E024B7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1648224" y="99991"/>
            <a:ext cx="1296000" cy="171960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</p:spPr>
        <p:txBody>
          <a:bodyPr anchor="ctr">
            <a:noAutofit/>
          </a:bodyPr>
          <a:lstStyle>
            <a:lvl1pPr marL="0" indent="0" algn="l">
              <a:buNone/>
              <a:defRPr sz="1000" b="1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  <a:endParaRPr lang="en-SG"/>
          </a:p>
        </p:txBody>
      </p:sp>
      <p:sp>
        <p:nvSpPr>
          <p:cNvPr id="79" name="Text Placeholder 3">
            <a:extLst>
              <a:ext uri="{FF2B5EF4-FFF2-40B4-BE49-F238E27FC236}">
                <a16:creationId xmlns:a16="http://schemas.microsoft.com/office/drawing/2014/main" id="{1CC20266-7476-7180-BCCB-4A0680DF98B7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354001" y="468235"/>
            <a:ext cx="2075073" cy="5898283"/>
          </a:xfrm>
          <a:noFill/>
        </p:spPr>
        <p:txBody>
          <a:bodyPr anchor="t">
            <a:normAutofit/>
          </a:bodyPr>
          <a:lstStyle>
            <a:lvl1pPr marL="0" indent="0" algn="l">
              <a:lnSpc>
                <a:spcPct val="100000"/>
              </a:lnSpc>
              <a:buNone/>
              <a:defRPr sz="1600" b="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endParaRPr lang="en-SG"/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54BAA720-BA05-B09D-93DA-86E60CA6CA5E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10530001" y="99991"/>
            <a:ext cx="1296000" cy="171960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txBody>
          <a:bodyPr anchor="ctr">
            <a:noAutofit/>
          </a:bodyPr>
          <a:lstStyle>
            <a:lvl1pPr marL="0" indent="0" algn="r">
              <a:buNone/>
              <a:defRPr sz="1000" b="1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  <a:endParaRPr lang="en-SG"/>
          </a:p>
        </p:txBody>
      </p:sp>
      <p:sp>
        <p:nvSpPr>
          <p:cNvPr id="4" name="Text Placeholder 9">
            <a:extLst>
              <a:ext uri="{FF2B5EF4-FFF2-40B4-BE49-F238E27FC236}">
                <a16:creationId xmlns:a16="http://schemas.microsoft.com/office/drawing/2014/main" id="{39E6BF02-7CA9-25C7-A5E2-69788ECB333A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3651585" y="468232"/>
            <a:ext cx="8167353" cy="1429144"/>
          </a:xfrm>
        </p:spPr>
        <p:txBody>
          <a:bodyPr>
            <a:normAutofit/>
          </a:bodyPr>
          <a:lstStyle>
            <a:lvl1pPr marL="0" indent="0">
              <a:buNone/>
              <a:defRPr sz="1100" i="1"/>
            </a:lvl1pPr>
          </a:lstStyle>
          <a:p>
            <a:pPr lvl="0"/>
            <a:r>
              <a:rPr lang="en-SG"/>
              <a:t>Text placeholder for [Questions to answer]</a:t>
            </a:r>
          </a:p>
        </p:txBody>
      </p:sp>
    </p:spTree>
    <p:extLst>
      <p:ext uri="{BB962C8B-B14F-4D97-AF65-F5344CB8AC3E}">
        <p14:creationId xmlns:p14="http://schemas.microsoft.com/office/powerpoint/2010/main" val="397680310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_Horizontal_Cha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">
            <a:extLst>
              <a:ext uri="{FF2B5EF4-FFF2-40B4-BE49-F238E27FC236}">
                <a16:creationId xmlns:a16="http://schemas.microsoft.com/office/drawing/2014/main" id="{E17B1A5D-B58B-DB24-10F3-FCF6ECE73FC7}"/>
              </a:ext>
            </a:extLst>
          </p:cNvPr>
          <p:cNvSpPr>
            <a:spLocks/>
          </p:cNvSpPr>
          <p:nvPr userDrawn="1"/>
        </p:nvSpPr>
        <p:spPr>
          <a:xfrm rot="5400000" flipV="1">
            <a:off x="5175874" y="-4819779"/>
            <a:ext cx="1840253" cy="12192000"/>
          </a:xfrm>
          <a:custGeom>
            <a:avLst/>
            <a:gdLst>
              <a:gd name="connsiteX0" fmla="*/ 0 w 3049200"/>
              <a:gd name="connsiteY0" fmla="*/ 0 h 6857998"/>
              <a:gd name="connsiteX1" fmla="*/ 3049200 w 3049200"/>
              <a:gd name="connsiteY1" fmla="*/ 0 h 6857998"/>
              <a:gd name="connsiteX2" fmla="*/ 3049200 w 3049200"/>
              <a:gd name="connsiteY2" fmla="*/ 6857998 h 6857998"/>
              <a:gd name="connsiteX3" fmla="*/ 0 w 3049200"/>
              <a:gd name="connsiteY3" fmla="*/ 6857998 h 6857998"/>
              <a:gd name="connsiteX4" fmla="*/ 0 w 3049200"/>
              <a:gd name="connsiteY4" fmla="*/ 0 h 6857998"/>
              <a:gd name="connsiteX0" fmla="*/ 0 w 3049200"/>
              <a:gd name="connsiteY0" fmla="*/ 0 h 6857998"/>
              <a:gd name="connsiteX1" fmla="*/ 3049200 w 3049200"/>
              <a:gd name="connsiteY1" fmla="*/ 0 h 6857998"/>
              <a:gd name="connsiteX2" fmla="*/ 2777738 w 3049200"/>
              <a:gd name="connsiteY2" fmla="*/ 6857998 h 6857998"/>
              <a:gd name="connsiteX3" fmla="*/ 0 w 3049200"/>
              <a:gd name="connsiteY3" fmla="*/ 6857998 h 6857998"/>
              <a:gd name="connsiteX4" fmla="*/ 0 w 3049200"/>
              <a:gd name="connsiteY4" fmla="*/ 0 h 6857998"/>
              <a:gd name="connsiteX0" fmla="*/ 0 w 3320663"/>
              <a:gd name="connsiteY0" fmla="*/ 0 h 6857998"/>
              <a:gd name="connsiteX1" fmla="*/ 3320663 w 3320663"/>
              <a:gd name="connsiteY1" fmla="*/ 0 h 6857998"/>
              <a:gd name="connsiteX2" fmla="*/ 2777738 w 3320663"/>
              <a:gd name="connsiteY2" fmla="*/ 6857998 h 6857998"/>
              <a:gd name="connsiteX3" fmla="*/ 0 w 3320663"/>
              <a:gd name="connsiteY3" fmla="*/ 6857998 h 6857998"/>
              <a:gd name="connsiteX4" fmla="*/ 0 w 3320663"/>
              <a:gd name="connsiteY4" fmla="*/ 0 h 685799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320663" h="6857998">
                <a:moveTo>
                  <a:pt x="0" y="0"/>
                </a:moveTo>
                <a:lnTo>
                  <a:pt x="3320663" y="0"/>
                </a:lnTo>
                <a:lnTo>
                  <a:pt x="2777738" y="6857998"/>
                </a:lnTo>
                <a:lnTo>
                  <a:pt x="0" y="6857998"/>
                </a:lnTo>
                <a:lnTo>
                  <a:pt x="0" y="0"/>
                </a:lnTo>
                <a:close/>
              </a:path>
            </a:pathLst>
          </a:cu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B4F02BF2-1121-4FB3-8DE0-FF9C69660C7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075462" y="6589483"/>
            <a:ext cx="750539" cy="18256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91D15E1-77D1-4FB9-8D05-E086015A1983}" type="slidenum">
              <a:rPr lang="en-SG" smtClean="0"/>
              <a:pPr/>
              <a:t>‹#›</a:t>
            </a:fld>
            <a:endParaRPr lang="en-SG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FB713CB1-0255-4D8E-8DF6-A9B215F6BC6F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306772" y="6589483"/>
            <a:ext cx="7566455" cy="182562"/>
          </a:xfrm>
        </p:spPr>
        <p:txBody>
          <a:bodyPr anchor="ctr">
            <a:noAutofit/>
          </a:bodyPr>
          <a:lstStyle>
            <a:lvl1pPr marL="0" indent="0" algn="ctr">
              <a:buNone/>
              <a:defRPr sz="900"/>
            </a:lvl1pPr>
          </a:lstStyle>
          <a:p>
            <a:pPr lvl="0"/>
            <a:r>
              <a:rPr lang="en-US"/>
              <a:t>Footnote</a:t>
            </a:r>
            <a:endParaRPr lang="en-SG"/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0D064F62-4ED5-4268-A41F-85D9ADA5200E}"/>
              </a:ext>
            </a:extLst>
          </p:cNvPr>
          <p:cNvCxnSpPr>
            <a:cxnSpLocks/>
          </p:cNvCxnSpPr>
          <p:nvPr userDrawn="1"/>
        </p:nvCxnSpPr>
        <p:spPr>
          <a:xfrm>
            <a:off x="354000" y="6501219"/>
            <a:ext cx="11472001" cy="0"/>
          </a:xfrm>
          <a:prstGeom prst="line">
            <a:avLst/>
          </a:prstGeom>
          <a:ln w="3175"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" name="Picture 2" descr="Logo&#10;&#10;Description automatically generated">
            <a:extLst>
              <a:ext uri="{FF2B5EF4-FFF2-40B4-BE49-F238E27FC236}">
                <a16:creationId xmlns:a16="http://schemas.microsoft.com/office/drawing/2014/main" id="{C03EC06A-499C-ED64-D99B-432664055F26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777521" y="6624897"/>
            <a:ext cx="633982" cy="111733"/>
          </a:xfrm>
          <a:prstGeom prst="rect">
            <a:avLst/>
          </a:prstGeom>
        </p:spPr>
      </p:pic>
      <p:sp>
        <p:nvSpPr>
          <p:cNvPr id="65" name="Text Placeholder 3">
            <a:extLst>
              <a:ext uri="{FF2B5EF4-FFF2-40B4-BE49-F238E27FC236}">
                <a16:creationId xmlns:a16="http://schemas.microsoft.com/office/drawing/2014/main" id="{ADE9A7E1-11AE-4D68-B9A2-B7E45A49D92C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354000" y="99991"/>
            <a:ext cx="1296000" cy="171960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</p:spPr>
        <p:txBody>
          <a:bodyPr anchor="ctr">
            <a:noAutofit/>
          </a:bodyPr>
          <a:lstStyle>
            <a:lvl1pPr marL="0" indent="0" algn="l">
              <a:buNone/>
              <a:defRPr sz="1000" b="1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  <a:endParaRPr lang="en-SG"/>
          </a:p>
        </p:txBody>
      </p:sp>
      <p:sp>
        <p:nvSpPr>
          <p:cNvPr id="66" name="Text Placeholder 3">
            <a:extLst>
              <a:ext uri="{FF2B5EF4-FFF2-40B4-BE49-F238E27FC236}">
                <a16:creationId xmlns:a16="http://schemas.microsoft.com/office/drawing/2014/main" id="{89276815-6A5A-8111-A932-476E38E024B7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1650000" y="99991"/>
            <a:ext cx="1283584" cy="171960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</p:spPr>
        <p:txBody>
          <a:bodyPr anchor="ctr">
            <a:noAutofit/>
          </a:bodyPr>
          <a:lstStyle>
            <a:lvl1pPr marL="0" indent="0" algn="l">
              <a:buNone/>
              <a:defRPr sz="1000" b="1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  <a:endParaRPr lang="en-SG"/>
          </a:p>
        </p:txBody>
      </p:sp>
      <p:sp>
        <p:nvSpPr>
          <p:cNvPr id="83" name="Rectangle 82">
            <a:extLst>
              <a:ext uri="{FF2B5EF4-FFF2-40B4-BE49-F238E27FC236}">
                <a16:creationId xmlns:a16="http://schemas.microsoft.com/office/drawing/2014/main" id="{8D45FC52-0D31-97A7-FE5B-37F972F98A12}"/>
              </a:ext>
            </a:extLst>
          </p:cNvPr>
          <p:cNvSpPr/>
          <p:nvPr userDrawn="1"/>
        </p:nvSpPr>
        <p:spPr>
          <a:xfrm>
            <a:off x="-717000" y="-3217"/>
            <a:ext cx="360000" cy="36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/>
          </a:p>
        </p:txBody>
      </p:sp>
      <p:sp>
        <p:nvSpPr>
          <p:cNvPr id="87" name="Text Placeholder 3">
            <a:extLst>
              <a:ext uri="{FF2B5EF4-FFF2-40B4-BE49-F238E27FC236}">
                <a16:creationId xmlns:a16="http://schemas.microsoft.com/office/drawing/2014/main" id="{A88D6341-5A51-C427-1C83-A6BDE60683D3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10530001" y="99991"/>
            <a:ext cx="1296000" cy="171960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txBody>
          <a:bodyPr anchor="ctr">
            <a:noAutofit/>
          </a:bodyPr>
          <a:lstStyle>
            <a:lvl1pPr marL="0" indent="0" algn="r">
              <a:buNone/>
              <a:defRPr sz="1000" b="1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  <a:endParaRPr lang="en-SG"/>
          </a:p>
        </p:txBody>
      </p:sp>
      <p:sp>
        <p:nvSpPr>
          <p:cNvPr id="7" name="Text Placeholder 3">
            <a:extLst>
              <a:ext uri="{FF2B5EF4-FFF2-40B4-BE49-F238E27FC236}">
                <a16:creationId xmlns:a16="http://schemas.microsoft.com/office/drawing/2014/main" id="{A7A776BB-CFA9-CA45-FBDA-437581AC4327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54001" y="468234"/>
            <a:ext cx="11472000" cy="808471"/>
          </a:xfrm>
          <a:noFill/>
        </p:spPr>
        <p:txBody>
          <a:bodyPr anchor="ctr">
            <a:normAutofit/>
          </a:bodyPr>
          <a:lstStyle>
            <a:lvl1pPr marL="0" indent="0" algn="l">
              <a:lnSpc>
                <a:spcPct val="100000"/>
              </a:lnSpc>
              <a:buNone/>
              <a:defRPr sz="2400" b="1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SG"/>
              <a:t>For core commentary.</a:t>
            </a:r>
          </a:p>
        </p:txBody>
      </p:sp>
      <p:sp>
        <p:nvSpPr>
          <p:cNvPr id="8" name="Text Placeholder 3">
            <a:extLst>
              <a:ext uri="{FF2B5EF4-FFF2-40B4-BE49-F238E27FC236}">
                <a16:creationId xmlns:a16="http://schemas.microsoft.com/office/drawing/2014/main" id="{D6712DDA-92A2-BFC1-29BA-6F4E10F60F6F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354001" y="1276705"/>
            <a:ext cx="11472000" cy="575793"/>
          </a:xfrm>
          <a:noFill/>
        </p:spPr>
        <p:txBody>
          <a:bodyPr anchor="ctr">
            <a:normAutofit/>
          </a:bodyPr>
          <a:lstStyle>
            <a:lvl1pPr marL="0" indent="0" algn="l">
              <a:lnSpc>
                <a:spcPct val="100000"/>
              </a:lnSpc>
              <a:buNone/>
              <a:defRPr sz="1600" b="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SG"/>
              <a:t>For supplementary commentary.</a:t>
            </a:r>
          </a:p>
        </p:txBody>
      </p:sp>
      <p:sp>
        <p:nvSpPr>
          <p:cNvPr id="5" name="Chart Placeholder 4">
            <a:extLst>
              <a:ext uri="{FF2B5EF4-FFF2-40B4-BE49-F238E27FC236}">
                <a16:creationId xmlns:a16="http://schemas.microsoft.com/office/drawing/2014/main" id="{51970FF7-5683-C4E9-EB46-534376F44085}"/>
              </a:ext>
            </a:extLst>
          </p:cNvPr>
          <p:cNvSpPr>
            <a:spLocks noGrp="1"/>
          </p:cNvSpPr>
          <p:nvPr>
            <p:ph type="chart" sz="quarter" idx="20"/>
          </p:nvPr>
        </p:nvSpPr>
        <p:spPr>
          <a:xfrm>
            <a:off x="2306772" y="2196348"/>
            <a:ext cx="7566455" cy="4216608"/>
          </a:xfrm>
        </p:spPr>
        <p:txBody>
          <a:bodyPr/>
          <a:lstStyle/>
          <a:p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146237374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O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C85FB85F-CDF8-997F-7BA7-D7926428BF99}"/>
              </a:ext>
            </a:extLst>
          </p:cNvPr>
          <p:cNvCxnSpPr>
            <a:cxnSpLocks/>
          </p:cNvCxnSpPr>
          <p:nvPr userDrawn="1"/>
        </p:nvCxnSpPr>
        <p:spPr>
          <a:xfrm>
            <a:off x="360000" y="715627"/>
            <a:ext cx="11466001" cy="0"/>
          </a:xfrm>
          <a:prstGeom prst="line">
            <a:avLst/>
          </a:prstGeom>
          <a:ln w="3175"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7FBB5D2A-5E75-3B71-29DE-B6C1135065F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075462" y="6589483"/>
            <a:ext cx="750539" cy="18256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91D15E1-77D1-4FB9-8D05-E086015A1983}" type="slidenum">
              <a:rPr lang="en-SG" smtClean="0"/>
              <a:pPr/>
              <a:t>‹#›</a:t>
            </a:fld>
            <a:endParaRPr lang="en-SG"/>
          </a:p>
        </p:txBody>
      </p:sp>
      <p:sp>
        <p:nvSpPr>
          <p:cNvPr id="4" name="Text Placeholder 5">
            <a:extLst>
              <a:ext uri="{FF2B5EF4-FFF2-40B4-BE49-F238E27FC236}">
                <a16:creationId xmlns:a16="http://schemas.microsoft.com/office/drawing/2014/main" id="{B09BF367-9612-0E0E-9E85-DF1F4AE63660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338800" y="6589483"/>
            <a:ext cx="7566455" cy="182562"/>
          </a:xfrm>
        </p:spPr>
        <p:txBody>
          <a:bodyPr anchor="ctr">
            <a:noAutofit/>
          </a:bodyPr>
          <a:lstStyle>
            <a:lvl1pPr marL="0" indent="0" algn="ctr">
              <a:buNone/>
              <a:defRPr sz="900"/>
            </a:lvl1pPr>
          </a:lstStyle>
          <a:p>
            <a:pPr lvl="0"/>
            <a:r>
              <a:rPr lang="en-US"/>
              <a:t>Footnote</a:t>
            </a:r>
            <a:endParaRPr lang="en-SG"/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6B6C3069-B417-A944-1393-30C986B6773B}"/>
              </a:ext>
            </a:extLst>
          </p:cNvPr>
          <p:cNvCxnSpPr>
            <a:cxnSpLocks/>
          </p:cNvCxnSpPr>
          <p:nvPr userDrawn="1"/>
        </p:nvCxnSpPr>
        <p:spPr>
          <a:xfrm>
            <a:off x="360000" y="6501219"/>
            <a:ext cx="11466001" cy="0"/>
          </a:xfrm>
          <a:prstGeom prst="line">
            <a:avLst/>
          </a:prstGeom>
          <a:ln w="3175"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" name="Picture 5" descr="Logo&#10;&#10;Description automatically generated">
            <a:extLst>
              <a:ext uri="{FF2B5EF4-FFF2-40B4-BE49-F238E27FC236}">
                <a16:creationId xmlns:a16="http://schemas.microsoft.com/office/drawing/2014/main" id="{019E082B-DC57-D78D-70BE-8AF2675B6232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06549" y="6624897"/>
            <a:ext cx="633982" cy="111733"/>
          </a:xfrm>
          <a:prstGeom prst="rect">
            <a:avLst/>
          </a:prstGeom>
        </p:spPr>
      </p:pic>
      <p:sp>
        <p:nvSpPr>
          <p:cNvPr id="11" name="Table Placeholder 10">
            <a:extLst>
              <a:ext uri="{FF2B5EF4-FFF2-40B4-BE49-F238E27FC236}">
                <a16:creationId xmlns:a16="http://schemas.microsoft.com/office/drawing/2014/main" id="{CF4A357F-3EB2-E90E-583E-7C76C5491AE9}"/>
              </a:ext>
            </a:extLst>
          </p:cNvPr>
          <p:cNvSpPr>
            <a:spLocks noGrp="1"/>
          </p:cNvSpPr>
          <p:nvPr>
            <p:ph type="tbl" sz="quarter" idx="12"/>
          </p:nvPr>
        </p:nvSpPr>
        <p:spPr>
          <a:xfrm>
            <a:off x="358775" y="2231869"/>
            <a:ext cx="11466513" cy="931398"/>
          </a:xfrm>
        </p:spPr>
        <p:txBody>
          <a:bodyPr/>
          <a:lstStyle/>
          <a:p>
            <a:endParaRPr lang="en-SG"/>
          </a:p>
        </p:txBody>
      </p:sp>
      <p:sp>
        <p:nvSpPr>
          <p:cNvPr id="12" name="Table Placeholder 10">
            <a:extLst>
              <a:ext uri="{FF2B5EF4-FFF2-40B4-BE49-F238E27FC236}">
                <a16:creationId xmlns:a16="http://schemas.microsoft.com/office/drawing/2014/main" id="{C6754458-E12A-970B-C852-39EF8E172F25}"/>
              </a:ext>
            </a:extLst>
          </p:cNvPr>
          <p:cNvSpPr>
            <a:spLocks noGrp="1"/>
          </p:cNvSpPr>
          <p:nvPr>
            <p:ph type="tbl" sz="quarter" idx="13"/>
          </p:nvPr>
        </p:nvSpPr>
        <p:spPr>
          <a:xfrm>
            <a:off x="358775" y="5074236"/>
            <a:ext cx="11466513" cy="1068137"/>
          </a:xfrm>
        </p:spPr>
        <p:txBody>
          <a:bodyPr/>
          <a:lstStyle/>
          <a:p>
            <a:endParaRPr lang="en-SG"/>
          </a:p>
        </p:txBody>
      </p:sp>
      <p:sp>
        <p:nvSpPr>
          <p:cNvPr id="15" name="Picture Placeholder 14">
            <a:extLst>
              <a:ext uri="{FF2B5EF4-FFF2-40B4-BE49-F238E27FC236}">
                <a16:creationId xmlns:a16="http://schemas.microsoft.com/office/drawing/2014/main" id="{F3F640CA-4DEC-7229-B2D3-C10996ED216F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2676513" y="937028"/>
            <a:ext cx="1080000" cy="1080000"/>
          </a:xfrm>
          <a:prstGeom prst="ellipse">
            <a:avLst/>
          </a:prstGeom>
          <a:ln w="38100">
            <a:solidFill>
              <a:schemeClr val="bg1">
                <a:lumMod val="95000"/>
              </a:schemeClr>
            </a:solidFill>
          </a:ln>
        </p:spPr>
        <p:txBody>
          <a:bodyPr>
            <a:normAutofit/>
          </a:bodyPr>
          <a:lstStyle>
            <a:lvl1pPr marL="0" indent="0">
              <a:buNone/>
              <a:defRPr sz="1200"/>
            </a:lvl1pPr>
          </a:lstStyle>
          <a:p>
            <a:endParaRPr lang="en-SG" dirty="0"/>
          </a:p>
        </p:txBody>
      </p:sp>
      <p:sp>
        <p:nvSpPr>
          <p:cNvPr id="16" name="Picture Placeholder 14">
            <a:extLst>
              <a:ext uri="{FF2B5EF4-FFF2-40B4-BE49-F238E27FC236}">
                <a16:creationId xmlns:a16="http://schemas.microsoft.com/office/drawing/2014/main" id="{D2A8C834-FA15-3B2A-F539-71021E9F9350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4596474" y="937028"/>
            <a:ext cx="1080000" cy="1080000"/>
          </a:xfrm>
          <a:prstGeom prst="ellipse">
            <a:avLst/>
          </a:prstGeom>
          <a:ln w="38100">
            <a:solidFill>
              <a:schemeClr val="bg1">
                <a:lumMod val="95000"/>
              </a:schemeClr>
            </a:solidFill>
          </a:ln>
        </p:spPr>
        <p:txBody>
          <a:bodyPr>
            <a:normAutofit/>
          </a:bodyPr>
          <a:lstStyle>
            <a:lvl1pPr marL="0" indent="0">
              <a:buNone/>
              <a:defRPr sz="1200"/>
            </a:lvl1pPr>
          </a:lstStyle>
          <a:p>
            <a:endParaRPr lang="en-SG" dirty="0"/>
          </a:p>
        </p:txBody>
      </p:sp>
      <p:sp>
        <p:nvSpPr>
          <p:cNvPr id="17" name="Picture Placeholder 14">
            <a:extLst>
              <a:ext uri="{FF2B5EF4-FFF2-40B4-BE49-F238E27FC236}">
                <a16:creationId xmlns:a16="http://schemas.microsoft.com/office/drawing/2014/main" id="{E15A4C7B-060E-C0F5-0AE6-184F456EF0A7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6516435" y="937028"/>
            <a:ext cx="1080000" cy="1080000"/>
          </a:xfrm>
          <a:prstGeom prst="ellipse">
            <a:avLst/>
          </a:prstGeom>
          <a:ln w="38100">
            <a:solidFill>
              <a:schemeClr val="bg1">
                <a:lumMod val="95000"/>
              </a:schemeClr>
            </a:solidFill>
          </a:ln>
        </p:spPr>
        <p:txBody>
          <a:bodyPr>
            <a:normAutofit/>
          </a:bodyPr>
          <a:lstStyle>
            <a:lvl1pPr marL="0" indent="0">
              <a:buNone/>
              <a:defRPr sz="1200"/>
            </a:lvl1pPr>
          </a:lstStyle>
          <a:p>
            <a:endParaRPr lang="en-SG" dirty="0"/>
          </a:p>
        </p:txBody>
      </p:sp>
      <p:sp>
        <p:nvSpPr>
          <p:cNvPr id="19" name="Picture Placeholder 14">
            <a:extLst>
              <a:ext uri="{FF2B5EF4-FFF2-40B4-BE49-F238E27FC236}">
                <a16:creationId xmlns:a16="http://schemas.microsoft.com/office/drawing/2014/main" id="{CE54C169-BAB7-0B16-B98E-3F6FCD5A105F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8407368" y="937028"/>
            <a:ext cx="1080000" cy="1080000"/>
          </a:xfrm>
          <a:prstGeom prst="ellipse">
            <a:avLst/>
          </a:prstGeom>
          <a:ln w="38100">
            <a:solidFill>
              <a:schemeClr val="bg1">
                <a:lumMod val="95000"/>
              </a:schemeClr>
            </a:solidFill>
          </a:ln>
        </p:spPr>
        <p:txBody>
          <a:bodyPr>
            <a:normAutofit/>
          </a:bodyPr>
          <a:lstStyle>
            <a:lvl1pPr marL="0" indent="0">
              <a:buNone/>
              <a:defRPr sz="1200"/>
            </a:lvl1pPr>
          </a:lstStyle>
          <a:p>
            <a:endParaRPr lang="en-SG" dirty="0"/>
          </a:p>
        </p:txBody>
      </p:sp>
      <p:sp>
        <p:nvSpPr>
          <p:cNvPr id="20" name="Picture Placeholder 14">
            <a:extLst>
              <a:ext uri="{FF2B5EF4-FFF2-40B4-BE49-F238E27FC236}">
                <a16:creationId xmlns:a16="http://schemas.microsoft.com/office/drawing/2014/main" id="{CEF09D92-2364-498B-B266-4DD1C4DF01C8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10295577" y="937028"/>
            <a:ext cx="1080000" cy="1080000"/>
          </a:xfrm>
          <a:prstGeom prst="ellipse">
            <a:avLst/>
          </a:prstGeom>
          <a:ln w="38100">
            <a:solidFill>
              <a:schemeClr val="bg1">
                <a:lumMod val="95000"/>
              </a:schemeClr>
            </a:solidFill>
          </a:ln>
        </p:spPr>
        <p:txBody>
          <a:bodyPr>
            <a:normAutofit/>
          </a:bodyPr>
          <a:lstStyle>
            <a:lvl1pPr marL="0" indent="0">
              <a:buNone/>
              <a:defRPr sz="1200"/>
            </a:lvl1pPr>
          </a:lstStyle>
          <a:p>
            <a:endParaRPr lang="en-SG" dirty="0"/>
          </a:p>
        </p:txBody>
      </p:sp>
      <p:sp>
        <p:nvSpPr>
          <p:cNvPr id="21" name="Picture Placeholder 14">
            <a:extLst>
              <a:ext uri="{FF2B5EF4-FFF2-40B4-BE49-F238E27FC236}">
                <a16:creationId xmlns:a16="http://schemas.microsoft.com/office/drawing/2014/main" id="{B8ED2D62-755C-012A-A4D2-112534068233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2676513" y="3738533"/>
            <a:ext cx="1080000" cy="1080000"/>
          </a:xfrm>
          <a:prstGeom prst="ellipse">
            <a:avLst/>
          </a:prstGeom>
          <a:ln w="38100">
            <a:solidFill>
              <a:schemeClr val="bg1">
                <a:lumMod val="95000"/>
              </a:schemeClr>
            </a:solidFill>
          </a:ln>
        </p:spPr>
        <p:txBody>
          <a:bodyPr>
            <a:normAutofit/>
          </a:bodyPr>
          <a:lstStyle>
            <a:lvl1pPr marL="0" indent="0">
              <a:buNone/>
              <a:defRPr sz="1200"/>
            </a:lvl1pPr>
          </a:lstStyle>
          <a:p>
            <a:endParaRPr lang="en-SG" dirty="0"/>
          </a:p>
        </p:txBody>
      </p:sp>
      <p:sp>
        <p:nvSpPr>
          <p:cNvPr id="22" name="Picture Placeholder 14">
            <a:extLst>
              <a:ext uri="{FF2B5EF4-FFF2-40B4-BE49-F238E27FC236}">
                <a16:creationId xmlns:a16="http://schemas.microsoft.com/office/drawing/2014/main" id="{D1809D3F-4A73-FE74-F1CD-5EFF434BC4A1}"/>
              </a:ext>
            </a:extLst>
          </p:cNvPr>
          <p:cNvSpPr>
            <a:spLocks noGrp="1"/>
          </p:cNvSpPr>
          <p:nvPr>
            <p:ph type="pic" sz="quarter" idx="20"/>
          </p:nvPr>
        </p:nvSpPr>
        <p:spPr>
          <a:xfrm>
            <a:off x="4596474" y="3738533"/>
            <a:ext cx="1080000" cy="1080000"/>
          </a:xfrm>
          <a:prstGeom prst="ellipse">
            <a:avLst/>
          </a:prstGeom>
          <a:ln w="38100">
            <a:solidFill>
              <a:schemeClr val="bg1">
                <a:lumMod val="95000"/>
              </a:schemeClr>
            </a:solidFill>
          </a:ln>
        </p:spPr>
        <p:txBody>
          <a:bodyPr>
            <a:normAutofit/>
          </a:bodyPr>
          <a:lstStyle>
            <a:lvl1pPr marL="0" indent="0">
              <a:buNone/>
              <a:defRPr sz="1200"/>
            </a:lvl1pPr>
          </a:lstStyle>
          <a:p>
            <a:endParaRPr lang="en-SG" dirty="0"/>
          </a:p>
        </p:txBody>
      </p:sp>
      <p:sp>
        <p:nvSpPr>
          <p:cNvPr id="23" name="Picture Placeholder 14">
            <a:extLst>
              <a:ext uri="{FF2B5EF4-FFF2-40B4-BE49-F238E27FC236}">
                <a16:creationId xmlns:a16="http://schemas.microsoft.com/office/drawing/2014/main" id="{301E949F-CBC7-F6C7-0CA1-AE46C670DC32}"/>
              </a:ext>
            </a:extLst>
          </p:cNvPr>
          <p:cNvSpPr>
            <a:spLocks noGrp="1"/>
          </p:cNvSpPr>
          <p:nvPr>
            <p:ph type="pic" sz="quarter" idx="21"/>
          </p:nvPr>
        </p:nvSpPr>
        <p:spPr>
          <a:xfrm>
            <a:off x="6516435" y="3738533"/>
            <a:ext cx="1080000" cy="1080000"/>
          </a:xfrm>
          <a:prstGeom prst="ellipse">
            <a:avLst/>
          </a:prstGeom>
          <a:ln w="38100">
            <a:solidFill>
              <a:schemeClr val="bg1">
                <a:lumMod val="95000"/>
              </a:schemeClr>
            </a:solidFill>
          </a:ln>
        </p:spPr>
        <p:txBody>
          <a:bodyPr>
            <a:normAutofit/>
          </a:bodyPr>
          <a:lstStyle>
            <a:lvl1pPr marL="0" indent="0">
              <a:buNone/>
              <a:defRPr sz="1200"/>
            </a:lvl1pPr>
          </a:lstStyle>
          <a:p>
            <a:endParaRPr lang="en-SG" dirty="0"/>
          </a:p>
        </p:txBody>
      </p:sp>
      <p:sp>
        <p:nvSpPr>
          <p:cNvPr id="24" name="Picture Placeholder 14">
            <a:extLst>
              <a:ext uri="{FF2B5EF4-FFF2-40B4-BE49-F238E27FC236}">
                <a16:creationId xmlns:a16="http://schemas.microsoft.com/office/drawing/2014/main" id="{95192CB9-439F-0A0C-5318-9EB5C6F2E93A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8407368" y="3738533"/>
            <a:ext cx="1080000" cy="1080000"/>
          </a:xfrm>
          <a:prstGeom prst="ellipse">
            <a:avLst/>
          </a:prstGeom>
          <a:ln w="38100">
            <a:solidFill>
              <a:schemeClr val="bg1">
                <a:lumMod val="95000"/>
              </a:schemeClr>
            </a:solidFill>
          </a:ln>
        </p:spPr>
        <p:txBody>
          <a:bodyPr>
            <a:normAutofit/>
          </a:bodyPr>
          <a:lstStyle>
            <a:lvl1pPr marL="0" indent="0">
              <a:buNone/>
              <a:defRPr sz="1200"/>
            </a:lvl1pPr>
          </a:lstStyle>
          <a:p>
            <a:endParaRPr lang="en-SG" dirty="0"/>
          </a:p>
        </p:txBody>
      </p:sp>
      <p:sp>
        <p:nvSpPr>
          <p:cNvPr id="25" name="Picture Placeholder 14">
            <a:extLst>
              <a:ext uri="{FF2B5EF4-FFF2-40B4-BE49-F238E27FC236}">
                <a16:creationId xmlns:a16="http://schemas.microsoft.com/office/drawing/2014/main" id="{E4E1C4BC-635F-90F3-26EC-87CE01F985DE}"/>
              </a:ext>
            </a:extLst>
          </p:cNvPr>
          <p:cNvSpPr>
            <a:spLocks noGrp="1"/>
          </p:cNvSpPr>
          <p:nvPr>
            <p:ph type="pic" sz="quarter" idx="23"/>
          </p:nvPr>
        </p:nvSpPr>
        <p:spPr>
          <a:xfrm>
            <a:off x="10295577" y="3738533"/>
            <a:ext cx="1080000" cy="1080000"/>
          </a:xfrm>
          <a:prstGeom prst="ellipse">
            <a:avLst/>
          </a:prstGeom>
          <a:ln w="38100">
            <a:solidFill>
              <a:schemeClr val="bg1">
                <a:lumMod val="95000"/>
              </a:schemeClr>
            </a:solidFill>
          </a:ln>
        </p:spPr>
        <p:txBody>
          <a:bodyPr>
            <a:normAutofit/>
          </a:bodyPr>
          <a:lstStyle>
            <a:lvl1pPr marL="0" indent="0">
              <a:buNone/>
              <a:defRPr sz="1200"/>
            </a:lvl1pPr>
          </a:lstStyle>
          <a:p>
            <a:endParaRPr lang="en-SG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9E80AE4-8C0B-1504-4472-4EC2ADB369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5999" y="44680"/>
            <a:ext cx="11459289" cy="582683"/>
          </a:xfrm>
        </p:spPr>
        <p:txBody>
          <a:bodyPr>
            <a:normAutofit/>
          </a:bodyPr>
          <a:lstStyle>
            <a:lvl1pPr>
              <a:defRPr sz="2800" b="0"/>
            </a:lvl1pPr>
          </a:lstStyle>
          <a:p>
            <a:r>
              <a:rPr lang="en-US" dirty="0"/>
              <a:t>Click to edit Master title style</a:t>
            </a:r>
            <a:endParaRPr lang="en-SG" dirty="0"/>
          </a:p>
        </p:txBody>
      </p:sp>
    </p:spTree>
    <p:extLst>
      <p:ext uri="{BB962C8B-B14F-4D97-AF65-F5344CB8AC3E}">
        <p14:creationId xmlns:p14="http://schemas.microsoft.com/office/powerpoint/2010/main" val="327643240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n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4" name="Group 13">
            <a:extLst>
              <a:ext uri="{FF2B5EF4-FFF2-40B4-BE49-F238E27FC236}">
                <a16:creationId xmlns:a16="http://schemas.microsoft.com/office/drawing/2014/main" id="{0633FC24-583F-D72B-4A2A-32EA1B7CBF9C}"/>
              </a:ext>
            </a:extLst>
          </p:cNvPr>
          <p:cNvGrpSpPr/>
          <p:nvPr userDrawn="1"/>
        </p:nvGrpSpPr>
        <p:grpSpPr>
          <a:xfrm>
            <a:off x="360485" y="676843"/>
            <a:ext cx="5476170" cy="5499925"/>
            <a:chOff x="758028" y="583712"/>
            <a:chExt cx="5476170" cy="5499925"/>
          </a:xfrm>
        </p:grpSpPr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98E87B90-FCB6-EE7C-E03E-337F6DEEB88A}"/>
                </a:ext>
              </a:extLst>
            </p:cNvPr>
            <p:cNvSpPr/>
            <p:nvPr userDrawn="1"/>
          </p:nvSpPr>
          <p:spPr>
            <a:xfrm>
              <a:off x="891398" y="732037"/>
              <a:ext cx="5342800" cy="5351600"/>
            </a:xfrm>
            <a:prstGeom prst="rect">
              <a:avLst/>
            </a:prstGeom>
            <a:solidFill>
              <a:schemeClr val="bg1"/>
            </a:solidFill>
            <a:ln w="285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SG"/>
            </a:p>
          </p:txBody>
        </p:sp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1088C776-F515-B3E8-0F5F-78009886839F}"/>
                </a:ext>
              </a:extLst>
            </p:cNvPr>
            <p:cNvSpPr/>
            <p:nvPr userDrawn="1"/>
          </p:nvSpPr>
          <p:spPr>
            <a:xfrm>
              <a:off x="824302" y="664301"/>
              <a:ext cx="5342800" cy="5351600"/>
            </a:xfrm>
            <a:prstGeom prst="rect">
              <a:avLst/>
            </a:prstGeom>
            <a:solidFill>
              <a:schemeClr val="bg1"/>
            </a:solidFill>
            <a:ln w="28575"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SG"/>
            </a:p>
          </p:txBody>
        </p:sp>
        <p:sp>
          <p:nvSpPr>
            <p:cNvPr id="22" name="Rectangle 21">
              <a:extLst>
                <a:ext uri="{FF2B5EF4-FFF2-40B4-BE49-F238E27FC236}">
                  <a16:creationId xmlns:a16="http://schemas.microsoft.com/office/drawing/2014/main" id="{82A8485B-AF77-864D-A50B-63E0BC07521C}"/>
                </a:ext>
              </a:extLst>
            </p:cNvPr>
            <p:cNvSpPr/>
            <p:nvPr userDrawn="1"/>
          </p:nvSpPr>
          <p:spPr>
            <a:xfrm>
              <a:off x="758028" y="583712"/>
              <a:ext cx="5337971" cy="5355988"/>
            </a:xfrm>
            <a:prstGeom prst="rect">
              <a:avLst/>
            </a:prstGeom>
            <a:solidFill>
              <a:schemeClr val="bg1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SG"/>
            </a:p>
          </p:txBody>
        </p:sp>
      </p:grpSp>
      <p:sp>
        <p:nvSpPr>
          <p:cNvPr id="3" name="Isosceles Triangle 2">
            <a:extLst>
              <a:ext uri="{FF2B5EF4-FFF2-40B4-BE49-F238E27FC236}">
                <a16:creationId xmlns:a16="http://schemas.microsoft.com/office/drawing/2014/main" id="{46736E71-BF98-4DA3-9772-D57949D15FC3}"/>
              </a:ext>
            </a:extLst>
          </p:cNvPr>
          <p:cNvSpPr/>
          <p:nvPr userDrawn="1"/>
        </p:nvSpPr>
        <p:spPr>
          <a:xfrm rot="16200000">
            <a:off x="3387430" y="3719029"/>
            <a:ext cx="2509489" cy="2509489"/>
          </a:xfrm>
          <a:prstGeom prst="triangle">
            <a:avLst>
              <a:gd name="adj" fmla="val 0"/>
            </a:avLst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/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47104395-3F83-D4AE-AA60-199B84E7CBA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075462" y="6589483"/>
            <a:ext cx="750539" cy="18256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91D15E1-77D1-4FB9-8D05-E086015A1983}" type="slidenum">
              <a:rPr lang="en-SG" smtClean="0"/>
              <a:pPr/>
              <a:t>‹#›</a:t>
            </a:fld>
            <a:endParaRPr lang="en-SG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419C90AE-C310-B242-FA22-D56F77BA5630}"/>
              </a:ext>
            </a:extLst>
          </p:cNvPr>
          <p:cNvCxnSpPr>
            <a:cxnSpLocks/>
          </p:cNvCxnSpPr>
          <p:nvPr userDrawn="1"/>
        </p:nvCxnSpPr>
        <p:spPr>
          <a:xfrm>
            <a:off x="360000" y="6501219"/>
            <a:ext cx="11466001" cy="0"/>
          </a:xfrm>
          <a:prstGeom prst="line">
            <a:avLst/>
          </a:prstGeom>
          <a:ln w="3175"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Text Placeholder 20">
            <a:extLst>
              <a:ext uri="{FF2B5EF4-FFF2-40B4-BE49-F238E27FC236}">
                <a16:creationId xmlns:a16="http://schemas.microsoft.com/office/drawing/2014/main" id="{C5A062BB-602E-31B9-D477-B2F52E198D08}"/>
              </a:ext>
            </a:extLst>
          </p:cNvPr>
          <p:cNvSpPr txBox="1">
            <a:spLocks/>
          </p:cNvSpPr>
          <p:nvPr userDrawn="1"/>
        </p:nvSpPr>
        <p:spPr>
          <a:xfrm>
            <a:off x="353999" y="316843"/>
            <a:ext cx="5482656" cy="275172"/>
          </a:xfrm>
          <a:prstGeom prst="rect">
            <a:avLst/>
          </a:prstGeom>
          <a:solidFill>
            <a:schemeClr val="tx1"/>
          </a:solidFill>
        </p:spPr>
        <p:txBody>
          <a:bodyPr anchor="ctr"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buNone/>
            </a:pPr>
            <a:r>
              <a:rPr lang="en-SG" sz="1600" b="1">
                <a:solidFill>
                  <a:schemeClr val="bg1"/>
                </a:solidFill>
              </a:rPr>
              <a:t>We’ve reached the end.</a:t>
            </a:r>
          </a:p>
        </p:txBody>
      </p: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7AE90FF4-67BB-324C-D13A-501ABE8B024C}"/>
              </a:ext>
            </a:extLst>
          </p:cNvPr>
          <p:cNvCxnSpPr>
            <a:cxnSpLocks/>
          </p:cNvCxnSpPr>
          <p:nvPr userDrawn="1"/>
        </p:nvCxnSpPr>
        <p:spPr>
          <a:xfrm flipV="1">
            <a:off x="6096000" y="352945"/>
            <a:ext cx="0" cy="5803556"/>
          </a:xfrm>
          <a:prstGeom prst="line">
            <a:avLst/>
          </a:prstGeom>
          <a:ln w="3175"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" name="Picture 1" descr="Logo&#10;&#10;Description automatically generated">
            <a:extLst>
              <a:ext uri="{FF2B5EF4-FFF2-40B4-BE49-F238E27FC236}">
                <a16:creationId xmlns:a16="http://schemas.microsoft.com/office/drawing/2014/main" id="{890C5AF4-AF70-3CF0-3FB7-0712C7455F0A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78341" y="5958167"/>
            <a:ext cx="1014188" cy="17874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7546AB60-B51C-006A-F85E-E9A655C8001D}"/>
              </a:ext>
            </a:extLst>
          </p:cNvPr>
          <p:cNvSpPr txBox="1"/>
          <p:nvPr userDrawn="1"/>
        </p:nvSpPr>
        <p:spPr>
          <a:xfrm>
            <a:off x="493855" y="2703365"/>
            <a:ext cx="418736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SG" sz="5400" b="1"/>
              <a:t>Thank you!</a:t>
            </a:r>
          </a:p>
        </p:txBody>
      </p:sp>
    </p:spTree>
    <p:extLst>
      <p:ext uri="{BB962C8B-B14F-4D97-AF65-F5344CB8AC3E}">
        <p14:creationId xmlns:p14="http://schemas.microsoft.com/office/powerpoint/2010/main" val="2705681478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 1">
            <a:extLst>
              <a:ext uri="{FF2B5EF4-FFF2-40B4-BE49-F238E27FC236}">
                <a16:creationId xmlns:a16="http://schemas.microsoft.com/office/drawing/2014/main" id="{FC5FE605-DB36-0839-F79A-8C621A9F6A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0000" y="200717"/>
            <a:ext cx="11466000" cy="514910"/>
          </a:xfrm>
          <a:prstGeom prst="rect">
            <a:avLst/>
          </a:prstGeom>
        </p:spPr>
        <p:txBody>
          <a:bodyPr anchor="ctr">
            <a:normAutofit/>
          </a:bodyPr>
          <a:lstStyle>
            <a:lvl1pPr>
              <a:defRPr sz="2400" b="1"/>
            </a:lvl1pPr>
          </a:lstStyle>
          <a:p>
            <a:r>
              <a:rPr lang="en-US"/>
              <a:t>Click to edit Master title style</a:t>
            </a:r>
            <a:endParaRPr lang="en-SG"/>
          </a:p>
        </p:txBody>
      </p: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C85FB85F-CDF8-997F-7BA7-D7926428BF99}"/>
              </a:ext>
            </a:extLst>
          </p:cNvPr>
          <p:cNvCxnSpPr>
            <a:cxnSpLocks/>
          </p:cNvCxnSpPr>
          <p:nvPr userDrawn="1"/>
        </p:nvCxnSpPr>
        <p:spPr>
          <a:xfrm>
            <a:off x="360000" y="715627"/>
            <a:ext cx="11466001" cy="0"/>
          </a:xfrm>
          <a:prstGeom prst="line">
            <a:avLst/>
          </a:prstGeom>
          <a:ln w="3175"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7FBB5D2A-5E75-3B71-29DE-B6C1135065F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075462" y="6589483"/>
            <a:ext cx="750539" cy="18256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91D15E1-77D1-4FB9-8D05-E086015A1983}" type="slidenum">
              <a:rPr lang="en-SG" smtClean="0"/>
              <a:pPr/>
              <a:t>‹#›</a:t>
            </a:fld>
            <a:endParaRPr lang="en-SG"/>
          </a:p>
        </p:txBody>
      </p:sp>
      <p:sp>
        <p:nvSpPr>
          <p:cNvPr id="4" name="Text Placeholder 5">
            <a:extLst>
              <a:ext uri="{FF2B5EF4-FFF2-40B4-BE49-F238E27FC236}">
                <a16:creationId xmlns:a16="http://schemas.microsoft.com/office/drawing/2014/main" id="{B09BF367-9612-0E0E-9E85-DF1F4AE63660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309772" y="6589483"/>
            <a:ext cx="7566455" cy="182562"/>
          </a:xfrm>
        </p:spPr>
        <p:txBody>
          <a:bodyPr anchor="ctr">
            <a:noAutofit/>
          </a:bodyPr>
          <a:lstStyle>
            <a:lvl1pPr marL="0" indent="0" algn="ctr">
              <a:buNone/>
              <a:defRPr sz="900"/>
            </a:lvl1pPr>
          </a:lstStyle>
          <a:p>
            <a:pPr lvl="0"/>
            <a:r>
              <a:rPr lang="en-US"/>
              <a:t>Footnote</a:t>
            </a:r>
            <a:endParaRPr lang="en-SG"/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6B6C3069-B417-A944-1393-30C986B6773B}"/>
              </a:ext>
            </a:extLst>
          </p:cNvPr>
          <p:cNvCxnSpPr>
            <a:cxnSpLocks/>
          </p:cNvCxnSpPr>
          <p:nvPr userDrawn="1"/>
        </p:nvCxnSpPr>
        <p:spPr>
          <a:xfrm>
            <a:off x="360000" y="6501219"/>
            <a:ext cx="11466001" cy="0"/>
          </a:xfrm>
          <a:prstGeom prst="line">
            <a:avLst/>
          </a:prstGeom>
          <a:ln w="3175"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" name="Picture 5" descr="Logo&#10;&#10;Description automatically generated">
            <a:extLst>
              <a:ext uri="{FF2B5EF4-FFF2-40B4-BE49-F238E27FC236}">
                <a16:creationId xmlns:a16="http://schemas.microsoft.com/office/drawing/2014/main" id="{019E082B-DC57-D78D-70BE-8AF2675B6232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777521" y="6624897"/>
            <a:ext cx="633982" cy="1117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2318038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7953207" y="6559857"/>
            <a:ext cx="2743200" cy="2286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91D15E1-77D1-4FB9-8D05-E086015A1983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180752911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4" r:id="rId1"/>
    <p:sldLayoutId id="2147483676" r:id="rId2"/>
    <p:sldLayoutId id="2147483677" r:id="rId3"/>
    <p:sldLayoutId id="2147483678" r:id="rId4"/>
    <p:sldLayoutId id="2147483679" r:id="rId5"/>
    <p:sldLayoutId id="2147483675" r:id="rId6"/>
    <p:sldLayoutId id="2147483681" r:id="rId7"/>
    <p:sldLayoutId id="2147483686" r:id="rId8"/>
    <p:sldLayoutId id="2147483682" r:id="rId9"/>
    <p:sldLayoutId id="2147483688" r:id="rId10"/>
    <p:sldLayoutId id="2147483689" r:id="rId11"/>
    <p:sldLayoutId id="2147483685" r:id="rId12"/>
    <p:sldLayoutId id="2147483680" r:id="rId13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theme/theme1.xml><?xml version="1.0" encoding="utf-8"?>
<a:theme xmlns:a="http://schemas.openxmlformats.org/drawingml/2006/main" name="GrapheneAI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Poppins">
      <a:majorFont>
        <a:latin typeface="Poppins"/>
        <a:ea typeface=""/>
        <a:cs typeface=""/>
      </a:majorFont>
      <a:minorFont>
        <a:latin typeface="Poppins"/>
        <a:ea typeface=""/>
        <a:cs typeface="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F282FEABD3D1504FBB52D417A1DCF9F4" ma:contentTypeVersion="11" ma:contentTypeDescription="Create a new document." ma:contentTypeScope="" ma:versionID="54f2c1e6161d4a3818cca961a9e8aca6">
  <xsd:schema xmlns:xsd="http://www.w3.org/2001/XMLSchema" xmlns:xs="http://www.w3.org/2001/XMLSchema" xmlns:p="http://schemas.microsoft.com/office/2006/metadata/properties" xmlns:ns2="bafb6658-0c98-401a-939f-9b973af27bfc" xmlns:ns3="3c7c9d60-aeee-410d-81f2-92985471e2af" targetNamespace="http://schemas.microsoft.com/office/2006/metadata/properties" ma:root="true" ma:fieldsID="dc2dfa497cb6065289a6fb33931d816c" ns2:_="" ns3:_="">
    <xsd:import namespace="bafb6658-0c98-401a-939f-9b973af27bfc"/>
    <xsd:import namespace="3c7c9d60-aeee-410d-81f2-92985471e2af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AutoTags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MediaServiceAutoKeyPoints" minOccurs="0"/>
                <xsd:element ref="ns2:MediaServiceKeyPoints" minOccurs="0"/>
                <xsd:element ref="ns3:SharedWithUsers" minOccurs="0"/>
                <xsd:element ref="ns3:SharedWithDetails" minOccurs="0"/>
                <xsd:element ref="ns2:MediaServiceObjectDetectorVersion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bafb6658-0c98-401a-939f-9b973af27bfc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Tags" ma:index="10" nillable="true" ma:displayName="Tags" ma:internalName="MediaServiceAutoTags" ma:readOnly="true">
      <xsd:simpleType>
        <xsd:restriction base="dms:Text"/>
      </xsd:simpleType>
    </xsd:element>
    <xsd:element name="MediaServiceOCR" ma:index="11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2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3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AutoKeyPoints" ma:index="14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5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ServiceObjectDetectorVersions" ma:index="18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3c7c9d60-aeee-410d-81f2-92985471e2af" elementFormDefault="qualified">
    <xsd:import namespace="http://schemas.microsoft.com/office/2006/documentManagement/types"/>
    <xsd:import namespace="http://schemas.microsoft.com/office/infopath/2007/PartnerControls"/>
    <xsd:element name="SharedWithUsers" ma:index="16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7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SharedWithUsers xmlns="3c7c9d60-aeee-410d-81f2-92985471e2af">
      <UserInfo>
        <DisplayName>Gerald Hay</DisplayName>
        <AccountId>29</AccountId>
        <AccountType/>
      </UserInfo>
      <UserInfo>
        <DisplayName>Glenn Lim</DisplayName>
        <AccountId>28</AccountId>
        <AccountType/>
      </UserInfo>
      <UserInfo>
        <DisplayName>Feba James</DisplayName>
        <AccountId>12</AccountId>
        <AccountType/>
      </UserInfo>
    </SharedWithUsers>
  </documentManagement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9AA222B8-CE66-4045-A892-690A8F57FF71}">
  <ds:schemaRefs>
    <ds:schemaRef ds:uri="3c7c9d60-aeee-410d-81f2-92985471e2af"/>
    <ds:schemaRef ds:uri="bafb6658-0c98-401a-939f-9b973af27bfc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customXml/itemProps2.xml><?xml version="1.0" encoding="utf-8"?>
<ds:datastoreItem xmlns:ds="http://schemas.openxmlformats.org/officeDocument/2006/customXml" ds:itemID="{B35D6F4A-0EFA-4E23-BC7C-5DD22311284D}">
  <ds:schemaRefs>
    <ds:schemaRef ds:uri="3c7c9d60-aeee-410d-81f2-92985471e2af"/>
    <ds:schemaRef ds:uri="bafb6658-0c98-401a-939f-9b973af27bfc"/>
    <ds:schemaRef ds:uri="http://purl.org/dc/dcmitype/"/>
    <ds:schemaRef ds:uri="http://purl.org/dc/elements/1.1/"/>
    <ds:schemaRef ds:uri="http://purl.org/dc/terms/"/>
    <ds:schemaRef ds:uri="http://schemas.microsoft.com/office/2006/documentManagement/types"/>
    <ds:schemaRef ds:uri="http://schemas.microsoft.com/office/2006/metadata/properties"/>
    <ds:schemaRef ds:uri="http://schemas.microsoft.com/office/infopath/2007/PartnerControls"/>
    <ds:schemaRef ds:uri="http://schemas.openxmlformats.org/package/2006/metadata/core-properties"/>
    <ds:schemaRef ds:uri="http://www.w3.org/XML/1998/namespace"/>
  </ds:schemaRefs>
</ds:datastoreItem>
</file>

<file path=customXml/itemProps3.xml><?xml version="1.0" encoding="utf-8"?>
<ds:datastoreItem xmlns:ds="http://schemas.openxmlformats.org/officeDocument/2006/customXml" ds:itemID="{F853E8F5-F997-4691-A453-7F92913ACDF8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3030</TotalTime>
  <Words>0</Words>
  <Application>Microsoft Office PowerPoint</Application>
  <PresentationFormat>Widescreen</PresentationFormat>
  <Paragraphs>0</Paragraphs>
  <Slides>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4" baseType="lpstr">
      <vt:lpstr>Arial</vt:lpstr>
      <vt:lpstr>Calibri</vt:lpstr>
      <vt:lpstr>Poppins</vt:lpstr>
      <vt:lpstr>GrapheneAI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John Lee</dc:creator>
  <cp:lastModifiedBy>John Lee</cp:lastModifiedBy>
  <cp:revision>11</cp:revision>
  <dcterms:created xsi:type="dcterms:W3CDTF">2023-08-28T04:36:43Z</dcterms:created>
  <dcterms:modified xsi:type="dcterms:W3CDTF">2023-10-09T09:12:46Z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0x010100F282FEABD3D1504FBB52D417A1DCF9F4</vt:lpwstr>
  </property>
</Properties>
</file>