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707" r:id="rId4"/>
  </p:sldMasterIdLst>
  <p:notesMasterIdLst>
    <p:notesMasterId r:id="rId5"/>
  </p:notesMasterIdLst>
  <p:handoutMasterIdLst>
    <p:handoutMasterId r:id="rId6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0000500000000000000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enn Lim" initials="GL" lastIdx="1" clrIdx="0">
    <p:extLst>
      <p:ext uri="{19B8F6BF-5375-455C-9EA6-DF929625EA0E}">
        <p15:presenceInfo xmlns:p15="http://schemas.microsoft.com/office/powerpoint/2012/main" userId="S::glenn@graphenesvc.com::c84bccc5-c6d4-4a32-8d4c-384be2b027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D9D9"/>
    <a:srgbClr val="BFE4FF"/>
    <a:srgbClr val="CCFFCC"/>
    <a:srgbClr val="D5EAFF"/>
    <a:srgbClr val="CCFFFF"/>
    <a:srgbClr val="F2F2F2"/>
    <a:srgbClr val="D0CECE"/>
    <a:srgbClr val="0070C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2B099-406D-4B46-909A-36CA57BDBB7C}" v="210" dt="2023-06-27T10:39:41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73" autoAdjust="0"/>
  </p:normalViewPr>
  <p:slideViewPr>
    <p:cSldViewPr snapToGrid="0">
      <p:cViewPr varScale="1">
        <p:scale>
          <a:sx n="57" d="100"/>
          <a:sy n="57" d="100"/>
        </p:scale>
        <p:origin x="39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113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758B19-2B85-4525-A6DE-020D607CE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1D2B6-88E5-4B37-AA8E-948CFAF6F4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36FA-3D70-4B1B-AA34-A0F3FEEF4CAF}" type="datetimeFigureOut">
              <a:rPr lang="en-SG" smtClean="0"/>
              <a:t>8/9/2023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C7537-8260-4C13-ADD4-C2E908DE62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97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EF44F-22DF-4F67-8CA6-6E7B7D1C43B4}" type="datetimeFigureOut">
              <a:rPr lang="en-SG" smtClean="0"/>
              <a:t>8/9/2023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8058C-1146-4E2A-BC10-7A58E9EB2A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41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E35281-A67A-885B-8CAE-CB57CEB77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E0F122-4E54-06DB-F7FA-6B6EA56965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845FC0-99E3-8577-A086-D1CD1A19D0A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05300" y="5019069"/>
            <a:ext cx="1530350" cy="796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184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2336331-BE96-32E9-E66A-5E5BA8CBB77D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6355346" y="688332"/>
            <a:chExt cx="5480998" cy="549553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F2530D9-38E0-F368-CE5D-66D9EDC8A1F7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6F14C5-AEE6-7CF2-0D7F-8EBA6CFC5968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4BDFBE-5A16-B05F-AC2B-C61E86B69BA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F93908F-27E4-FFFC-C64A-E450D0EEB7F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2362AD-7332-5BC6-3C8F-CFE9D69532B3}"/>
                </a:ext>
              </a:extLst>
            </p:cNvPr>
            <p:cNvSpPr txBox="1"/>
            <p:nvPr userDrawn="1"/>
          </p:nvSpPr>
          <p:spPr>
            <a:xfrm>
              <a:off x="6420110" y="831907"/>
              <a:ext cx="52132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decisions will this inspire?</a:t>
              </a:r>
            </a:p>
          </p:txBody>
        </p:sp>
      </p:grpSp>
      <p:pic>
        <p:nvPicPr>
          <p:cNvPr id="10" name="Graphic 9" descr="Target with solid fill">
            <a:extLst>
              <a:ext uri="{FF2B5EF4-FFF2-40B4-BE49-F238E27FC236}">
                <a16:creationId xmlns:a16="http://schemas.microsoft.com/office/drawing/2014/main" id="{0B8A78CC-E180-F5F7-61E6-967AA3881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6236" y="4697506"/>
            <a:ext cx="1206352" cy="1206352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05133-91C7-FFAD-8AF0-C52A9DB434CB}"/>
              </a:ext>
            </a:extLst>
          </p:cNvPr>
          <p:cNvSpPr txBox="1"/>
          <p:nvPr userDrawn="1"/>
        </p:nvSpPr>
        <p:spPr>
          <a:xfrm>
            <a:off x="493854" y="826520"/>
            <a:ext cx="485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project objective?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10940C00-43F2-3CFD-C88F-994D97FEBCE7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9A3491D0-A4E0-042E-77C1-960ABD04D5AF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64645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Actions to be taken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" name="Graphic 11" descr="Folder Search with solid fill">
            <a:extLst>
              <a:ext uri="{FF2B5EF4-FFF2-40B4-BE49-F238E27FC236}">
                <a16:creationId xmlns:a16="http://schemas.microsoft.com/office/drawing/2014/main" id="{F2BD4813-C8A8-84C3-CE60-F100141A02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0008" y="4544398"/>
            <a:ext cx="1495791" cy="149579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CA27C-9138-4030-8CB0-C8EB9EE5C9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3712" y="1412875"/>
            <a:ext cx="5205413" cy="4491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3263E3-5C4D-F5C3-E7A3-41F8448B2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0110" y="1412875"/>
            <a:ext cx="5205413" cy="4491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992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2BBEE5B4-6863-9294-C502-AEC5AC28B2BB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15389" y="779075"/>
            <a:ext cx="11155680" cy="526965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07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E182051B-D202-09DD-EA39-F7E8BB9229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287" y="5262874"/>
            <a:ext cx="769950" cy="769950"/>
          </a:xfrm>
          <a:prstGeom prst="rect">
            <a:avLst/>
          </a:prstGeom>
        </p:spPr>
      </p:pic>
      <p:pic>
        <p:nvPicPr>
          <p:cNvPr id="14" name="Graphic 13" descr="Research with solid fill">
            <a:extLst>
              <a:ext uri="{FF2B5EF4-FFF2-40B4-BE49-F238E27FC236}">
                <a16:creationId xmlns:a16="http://schemas.microsoft.com/office/drawing/2014/main" id="{19348562-0582-4887-6083-E6F2B63495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6359" y="5262874"/>
            <a:ext cx="769950" cy="769950"/>
          </a:xfrm>
          <a:prstGeom prst="rect">
            <a:avLst/>
          </a:prstGeom>
        </p:spPr>
      </p:pic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1EBE85D-036C-55E4-52F3-DBC782495D16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Data asks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037F824-760C-C97C-90B8-FFB2BD58A35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46100" y="2489201"/>
            <a:ext cx="11206162" cy="187960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31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fa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DC3FCD-AD6E-4613-3DD0-2747722B6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69CAF364-4D30-4580-A39E-16032695A4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572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148872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E25832-A472-4E3A-AB0E-F9544D6A0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001" y="468235"/>
            <a:ext cx="2577807" cy="182884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DB7EFF-789F-40B1-809B-94177026AB22}"/>
              </a:ext>
            </a:extLst>
          </p:cNvPr>
          <p:cNvCxnSpPr>
            <a:cxnSpLocks/>
          </p:cNvCxnSpPr>
          <p:nvPr userDrawn="1"/>
        </p:nvCxnSpPr>
        <p:spPr>
          <a:xfrm>
            <a:off x="354001" y="2408529"/>
            <a:ext cx="24168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2514577"/>
            <a:ext cx="2416855" cy="3851941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77321-529B-DE6C-F754-D6F1B725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808" y="365125"/>
            <a:ext cx="7701992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BD7D60C-C9F8-6E69-1DDD-B1D3D2187FAD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3651250" y="2297113"/>
            <a:ext cx="7702550" cy="365125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092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967B4-AA36-401C-5F9C-F57F2B33B666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C395BC-4304-6FF4-3598-7E6576C50407}"/>
              </a:ext>
            </a:extLst>
          </p:cNvPr>
          <p:cNvCxnSpPr>
            <a:cxnSpLocks/>
          </p:cNvCxnSpPr>
          <p:nvPr userDrawn="1"/>
        </p:nvCxnSpPr>
        <p:spPr>
          <a:xfrm>
            <a:off x="329082" y="129618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C7382-FF2D-DD17-EE70-A055F10846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1AC0D95-0C1D-3F0F-44B1-AE260A3882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5FC15A-13BE-C58E-5529-ED8E86A80E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000" y="344135"/>
            <a:ext cx="11472001" cy="932085"/>
          </a:xfrm>
        </p:spPr>
        <p:txBody>
          <a:bodyPr anchor="ctr"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</a:t>
            </a:r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18991D0-39F2-ABEF-D610-0FADE54125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4001" y="1296182"/>
            <a:ext cx="11472000" cy="603534"/>
          </a:xfrm>
        </p:spPr>
        <p:txBody>
          <a:bodyPr anchor="ctr">
            <a:norm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</a:t>
            </a:r>
            <a:endParaRPr lang="en-SG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02B276-1C8C-E643-61B7-0FC447FD9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12EE340-A049-BBB2-A775-6F94ADB57A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29642-8BBD-B241-930C-2457E95C6EB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4103AED-C2E0-712D-DDE8-70BCCFD62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6EDDC42-03CF-8EC3-A9BE-BEE4D1F86B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865CAF-1669-5F3D-4652-8D414FF20F5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316162" y="2379600"/>
            <a:ext cx="7559676" cy="4049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131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F744CD-BB4E-D567-8C3E-B97E6561B2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9288" y="120650"/>
            <a:ext cx="11466000" cy="5064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28949" y="2550761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317293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68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956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3239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332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520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768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956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13239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332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1520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98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ED6FDC7-6DB5-1071-A3A7-2A1AD2C899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8238" y="592138"/>
            <a:ext cx="5619750" cy="5635625"/>
          </a:xfrm>
        </p:spPr>
        <p:txBody>
          <a:bodyPr/>
          <a:lstStyle/>
          <a:p>
            <a:endParaRPr lang="en-SG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1AA79B4-EB75-B985-E69A-307D0016FF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05300" y="5019069"/>
            <a:ext cx="1530350" cy="796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087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1370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DB52F9-F747-40C4-A1D2-6B9347CBF4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0000" y="794974"/>
            <a:ext cx="11466000" cy="55825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56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15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3" r:id="rId2"/>
    <p:sldLayoutId id="2147483827" r:id="rId3"/>
    <p:sldLayoutId id="2147483825" r:id="rId4"/>
    <p:sldLayoutId id="2147483815" r:id="rId5"/>
    <p:sldLayoutId id="2147483822" r:id="rId6"/>
    <p:sldLayoutId id="2147483819" r:id="rId7"/>
    <p:sldLayoutId id="2147483828" r:id="rId8"/>
    <p:sldLayoutId id="2147483817" r:id="rId9"/>
    <p:sldLayoutId id="2147483830" r:id="rId10"/>
    <p:sldLayoutId id="21474838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>
            <a:r>
              <a:t>PH Idx: 11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2" sz="quarter"/>
          </p:nvPr>
        </p:nvSpPr>
        <p:spPr/>
        <p:txBody>
          <a:bodyPr/>
          <a:p>
            <a:r>
              <a:t>PH Idx: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PH Idx: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PH Idx: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1" sz="quarter"/>
          </p:nvPr>
        </p:nvSpPr>
        <p:spPr/>
        <p:txBody>
          <a:bodyPr/>
          <a:p>
            <a:r>
              <a:t>PH Idx: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1" sz="quarter"/>
          </p:nvPr>
        </p:nvSpPr>
        <p:spPr/>
        <p:txBody>
          <a:bodyPr/>
          <a:p>
            <a:r>
              <a:t>PH Idx: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>
            <a:r>
              <a:t>PH Idx: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9" sz="quarter"/>
          </p:nvPr>
        </p:nvSpPr>
        <p:spPr/>
        <p:txBody>
          <a:bodyPr/>
          <a:p>
            <a:r>
              <a:t>PH Idx: 19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PH Idx: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PH Idx: 15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PH Idx: 18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idx="20" sz="quarter"/>
          </p:nvPr>
        </p:nvSpPr>
        <p:spPr/>
        <p:txBody>
          <a:bodyPr/>
          <a:p>
            <a:r>
              <a:t>PH Idx: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PH Idx: 16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PH Idx: 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PH Idx: 20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PH Idx: 21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PH Idx: 19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2" sz="quarter"/>
          </p:nvPr>
        </p:nvSpPr>
        <p:spPr/>
        <p:txBody>
          <a:bodyPr/>
          <a:lstStyle/>
          <a:p>
            <a:r>
              <a:t>PH Idx: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PH Idx: 11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idx="12" sz="quarter"/>
          </p:nvPr>
        </p:nvSpPr>
        <p:spPr/>
        <p:txBody>
          <a:bodyPr/>
          <a:p>
            <a:r>
              <a:t>PH Idx: 12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idx="13" sz="quarter"/>
          </p:nvPr>
        </p:nvSpPr>
        <p:spPr/>
        <p:txBody>
          <a:bodyPr/>
          <a:p>
            <a:r>
              <a:t>PH Idx: 13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14" sz="quarter"/>
          </p:nvPr>
        </p:nvSpPr>
        <p:spPr/>
        <p:txBody>
          <a:bodyPr/>
          <a:p>
            <a:r>
              <a:t>PH Idx: 14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r>
              <a:t>PH Idx: 15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idx="16" sz="quarter"/>
          </p:nvPr>
        </p:nvSpPr>
        <p:spPr/>
        <p:txBody>
          <a:bodyPr/>
          <a:p>
            <a:r>
              <a:t>PH Idx: 16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17" sz="quarter"/>
          </p:nvPr>
        </p:nvSpPr>
        <p:spPr/>
        <p:txBody>
          <a:bodyPr/>
          <a:p>
            <a:r>
              <a:t>PH Idx: 17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idx="18" sz="quarter"/>
          </p:nvPr>
        </p:nvSpPr>
        <p:spPr/>
        <p:txBody>
          <a:bodyPr/>
          <a:p>
            <a:r>
              <a:t>PH Idx: 18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idx="19" sz="quarter"/>
          </p:nvPr>
        </p:nvSpPr>
        <p:spPr/>
        <p:txBody>
          <a:bodyPr/>
          <a:p>
            <a:r>
              <a:t>PH Idx: 19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idx="20" sz="quarter"/>
          </p:nvPr>
        </p:nvSpPr>
        <p:spPr/>
        <p:txBody>
          <a:bodyPr/>
          <a:p>
            <a:r>
              <a:t>PH Idx: 20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21" sz="quarter"/>
          </p:nvPr>
        </p:nvSpPr>
        <p:spPr/>
        <p:txBody>
          <a:bodyPr/>
          <a:p>
            <a:r>
              <a:t>PH Idx: 21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idx="22" sz="quarter"/>
          </p:nvPr>
        </p:nvSpPr>
        <p:spPr/>
        <p:txBody>
          <a:bodyPr/>
          <a:p>
            <a:r>
              <a:t>PH Idx: 22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idx="23" sz="quarter"/>
          </p:nvPr>
        </p:nvSpPr>
        <p:spPr/>
        <p:txBody>
          <a:bodyPr/>
          <a:p>
            <a:r>
              <a:t>PH Idx: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1" sz="quarter"/>
          </p:nvPr>
        </p:nvSpPr>
        <p:spPr/>
        <p:txBody>
          <a:bodyPr/>
          <a:p>
            <a:r>
              <a:t>PH Idx: 11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2" sz="quarter"/>
          </p:nvPr>
        </p:nvSpPr>
        <p:spPr/>
        <p:txBody>
          <a:bodyPr/>
          <a:p>
            <a:r>
              <a:t>PH Idx: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 Idx: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 Idx: 10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PH Idx: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A1749A-A2B9-46BF-8283-CAA548B607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EF978A-10AD-45E2-B47F-7708B03B5F28}"/>
</file>

<file path=customXml/itemProps3.xml><?xml version="1.0" encoding="utf-8"?>
<ds:datastoreItem xmlns:ds="http://schemas.openxmlformats.org/officeDocument/2006/customXml" ds:itemID="{53256A93-EBA3-4E56-B6E7-0BA1F1199EF6}">
  <ds:schemaRefs>
    <ds:schemaRef ds:uri="7f88af65-d9c1-41d3-b9f2-ebff45668681"/>
    <ds:schemaRef ds:uri="e5e85e23-9be2-465a-8069-2c0369305d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17409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Lim</dc:creator>
  <cp:lastModifiedBy>John Lee</cp:lastModifiedBy>
  <cp:revision>28</cp:revision>
  <dcterms:created xsi:type="dcterms:W3CDTF">2021-03-29T06:13:29Z</dcterms:created>
  <dcterms:modified xsi:type="dcterms:W3CDTF">2023-09-08T02:38:35Z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0x010100198FC68D3EF25E4CAA5668CE49CBF428</vt:lpwstr>
  </property>
  <property fmtid="{D5CDD505-2E9C-101B-9397-08002B2CF9AE}" pid="3" name="MediaServiceImageTags">
    <vt:lpwstr/>
  </property>
</Properties>
</file>