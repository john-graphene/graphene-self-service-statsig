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>
  <p:sldMasterIdLst>
    <p:sldMasterId id="2147483707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Poppins" panose="00000500000000000000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lenn Lim" initials="GL" lastIdx="1" clrIdx="0">
    <p:extLst>
      <p:ext uri="{19B8F6BF-5375-455C-9EA6-DF929625EA0E}">
        <p15:presenceInfo xmlns:p15="http://schemas.microsoft.com/office/powerpoint/2012/main" userId="S::glenn@graphenesvc.com::c84bccc5-c6d4-4a32-8d4c-384be2b027b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FD9D9"/>
    <a:srgbClr val="BFE4FF"/>
    <a:srgbClr val="CCFFCC"/>
    <a:srgbClr val="D5EAFF"/>
    <a:srgbClr val="CCFFFF"/>
    <a:srgbClr val="F2F2F2"/>
    <a:srgbClr val="D0CECE"/>
    <a:srgbClr val="0070C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2B099-406D-4B46-909A-36CA57BDBB7C}" v="210" dt="2023-06-27T10:39:41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73" autoAdjust="0"/>
  </p:normalViewPr>
  <p:slideViewPr>
    <p:cSldViewPr snapToGrid="0">
      <p:cViewPr varScale="1">
        <p:scale>
          <a:sx n="107" d="100"/>
          <a:sy n="107" d="100"/>
        </p:scale>
        <p:origin x="2256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113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commentAuthors" Target="commentAuthors.xml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758B19-2B85-4525-A6DE-020D607CEE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1D2B6-88E5-4B37-AA8E-948CFAF6F4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636FA-3D70-4B1B-AA34-A0F3FEEF4CAF}" type="datetimeFigureOut">
              <a:rPr lang="en-SG" smtClean="0"/>
              <a:t>15/9/2023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C7537-8260-4C13-ADD4-C2E908DE62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0972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EF44F-22DF-4F67-8CA6-6E7B7D1C43B4}" type="datetimeFigureOut">
              <a:rPr lang="en-SG" smtClean="0"/>
              <a:t>15/9/2023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8058C-1146-4E2A-BC10-7A58E9EB2A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413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Welcome!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E35281-A67A-885B-8CAE-CB57CEB775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723" y="977880"/>
            <a:ext cx="4995101" cy="350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FE0F122-4E54-06DB-F7FA-6B6EA56965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8238" y="592138"/>
            <a:ext cx="5619750" cy="5635625"/>
          </a:xfrm>
        </p:spPr>
        <p:txBody>
          <a:bodyPr/>
          <a:lstStyle/>
          <a:p>
            <a:endParaRPr lang="en-SG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9845FC0-99E3-8577-A086-D1CD1A19D0A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05300" y="5019069"/>
            <a:ext cx="1530350" cy="796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184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82336331-BE96-32E9-E66A-5E5BA8CBB77D}"/>
              </a:ext>
            </a:extLst>
          </p:cNvPr>
          <p:cNvGrpSpPr/>
          <p:nvPr userDrawn="1"/>
        </p:nvGrpSpPr>
        <p:grpSpPr>
          <a:xfrm>
            <a:off x="6355346" y="688589"/>
            <a:ext cx="5480998" cy="5495537"/>
            <a:chOff x="6355346" y="688332"/>
            <a:chExt cx="5480998" cy="549553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F2530D9-38E0-F368-CE5D-66D9EDC8A1F7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76F14C5-AEE6-7CF2-0D7F-8EBA6CFC5968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84BDFBE-5A16-B05F-AC2B-C61E86B69BA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F93908F-27E4-FFFC-C64A-E450D0EEB7F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12362AD-7332-5BC6-3C8F-CFE9D69532B3}"/>
                </a:ext>
              </a:extLst>
            </p:cNvPr>
            <p:cNvSpPr txBox="1"/>
            <p:nvPr userDrawn="1"/>
          </p:nvSpPr>
          <p:spPr>
            <a:xfrm>
              <a:off x="6420110" y="831907"/>
              <a:ext cx="52132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decisions will this inspire?</a:t>
              </a:r>
            </a:p>
          </p:txBody>
        </p:sp>
      </p:grpSp>
      <p:pic>
        <p:nvPicPr>
          <p:cNvPr id="10" name="Graphic 9" descr="Target with solid fill">
            <a:extLst>
              <a:ext uri="{FF2B5EF4-FFF2-40B4-BE49-F238E27FC236}">
                <a16:creationId xmlns:a16="http://schemas.microsoft.com/office/drawing/2014/main" id="{0B8A78CC-E180-F5F7-61E6-967AA38810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6236" y="4697506"/>
            <a:ext cx="1206352" cy="1206352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754FA48-D968-ABB1-4ED2-5C9C77717C9E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005133-91C7-FFAD-8AF0-C52A9DB434CB}"/>
              </a:ext>
            </a:extLst>
          </p:cNvPr>
          <p:cNvSpPr txBox="1"/>
          <p:nvPr userDrawn="1"/>
        </p:nvSpPr>
        <p:spPr>
          <a:xfrm>
            <a:off x="493854" y="826520"/>
            <a:ext cx="4852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project objective?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10940C00-43F2-3CFD-C88F-994D97FEBCE7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47" name="Text Placeholder 20">
            <a:extLst>
              <a:ext uri="{FF2B5EF4-FFF2-40B4-BE49-F238E27FC236}">
                <a16:creationId xmlns:a16="http://schemas.microsoft.com/office/drawing/2014/main" id="{9A3491D0-A4E0-042E-77C1-960ABD04D5AF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64645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 dirty="0">
                <a:solidFill>
                  <a:schemeClr val="bg1"/>
                </a:solidFill>
              </a:rPr>
              <a:t>Actions to be taken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2" name="Graphic 11" descr="Folder Search with solid fill">
            <a:extLst>
              <a:ext uri="{FF2B5EF4-FFF2-40B4-BE49-F238E27FC236}">
                <a16:creationId xmlns:a16="http://schemas.microsoft.com/office/drawing/2014/main" id="{F2BD4813-C8A8-84C3-CE60-F100141A02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0008" y="4544398"/>
            <a:ext cx="1495791" cy="149579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CA27C-9138-4030-8CB0-C8EB9EE5C9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3712" y="1412875"/>
            <a:ext cx="5205413" cy="4491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B3263E3-5C4D-F5C3-E7A3-41F8448B2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20110" y="1412875"/>
            <a:ext cx="5205413" cy="4491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992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3B9ACA9-7D5A-4498-4CAD-052A048ED24C}"/>
              </a:ext>
            </a:extLst>
          </p:cNvPr>
          <p:cNvSpPr/>
          <p:nvPr userDrawn="1"/>
        </p:nvSpPr>
        <p:spPr>
          <a:xfrm>
            <a:off x="0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A54736C-64E9-18A1-C9CB-B1E75B3D64EE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2BBEE5B4-6863-9294-C502-AEC5AC28B2BB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15389" y="779075"/>
            <a:ext cx="11155680" cy="5269650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507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3B9ACA9-7D5A-4498-4CAD-052A048ED24C}"/>
              </a:ext>
            </a:extLst>
          </p:cNvPr>
          <p:cNvSpPr/>
          <p:nvPr userDrawn="1"/>
        </p:nvSpPr>
        <p:spPr>
          <a:xfrm>
            <a:off x="0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1" name="Graphic 10" descr="Question Mark with solid fill">
            <a:extLst>
              <a:ext uri="{FF2B5EF4-FFF2-40B4-BE49-F238E27FC236}">
                <a16:creationId xmlns:a16="http://schemas.microsoft.com/office/drawing/2014/main" id="{E182051B-D202-09DD-EA39-F7E8BB9229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287" y="5262874"/>
            <a:ext cx="769950" cy="769950"/>
          </a:xfrm>
          <a:prstGeom prst="rect">
            <a:avLst/>
          </a:prstGeom>
        </p:spPr>
      </p:pic>
      <p:pic>
        <p:nvPicPr>
          <p:cNvPr id="14" name="Graphic 13" descr="Research with solid fill">
            <a:extLst>
              <a:ext uri="{FF2B5EF4-FFF2-40B4-BE49-F238E27FC236}">
                <a16:creationId xmlns:a16="http://schemas.microsoft.com/office/drawing/2014/main" id="{19348562-0582-4887-6083-E6F2B63495C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6359" y="5262874"/>
            <a:ext cx="769950" cy="769950"/>
          </a:xfrm>
          <a:prstGeom prst="rect">
            <a:avLst/>
          </a:prstGeom>
        </p:spPr>
      </p:pic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F1EBE85D-036C-55E4-52F3-DBC782495D16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Data asks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A037F824-760C-C97C-90B8-FFB2BD58A35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46100" y="2489201"/>
            <a:ext cx="11206162" cy="1879600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313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fan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E453247-1FBF-47F2-979D-D9E85C7D403A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B96B52D-0330-531F-5FB1-ECBFD10C61CF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7F7963-E0D6-7DC7-E3F7-F144D05CBF78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920C9B-B4D5-3E12-CC8F-DD89537856E9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EE660BF-B639-AF97-B7AC-35FF50D44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Report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DC3FCD-AD6E-4613-3DD0-2747722B6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723" y="977880"/>
            <a:ext cx="4995101" cy="3505013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endParaRPr lang="en-SG" dirty="0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69CAF364-4D30-4580-A39E-16032695A4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8238" y="592138"/>
            <a:ext cx="5619750" cy="5635625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572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_of_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750EA25-07F3-2E2A-2264-AA7CFED04F4C}"/>
              </a:ext>
            </a:extLst>
          </p:cNvPr>
          <p:cNvGrpSpPr/>
          <p:nvPr userDrawn="1"/>
        </p:nvGrpSpPr>
        <p:grpSpPr>
          <a:xfrm>
            <a:off x="6355346" y="436661"/>
            <a:ext cx="5480998" cy="5747465"/>
            <a:chOff x="6355346" y="436404"/>
            <a:chExt cx="5480998" cy="574746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D6D3EE-C5BF-3A9F-B3BC-BFE3581A7079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16A719-4AAA-8B81-E796-43BA9E0BEBF9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426C93-4A39-9E0C-C27E-11E23E5D432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FBCA00B-F80E-F014-A15D-272579C162D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pic>
          <p:nvPicPr>
            <p:cNvPr id="1026" name="Picture 2" descr="Free Map Vectors, 84,000+ Images in AI, EPS format">
              <a:extLst>
                <a:ext uri="{FF2B5EF4-FFF2-40B4-BE49-F238E27FC236}">
                  <a16:creationId xmlns:a16="http://schemas.microsoft.com/office/drawing/2014/main" id="{93B11390-755D-4344-BF36-6762678A76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6055" y="436404"/>
              <a:ext cx="4721381" cy="4721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 Placeholder 2">
              <a:extLst>
                <a:ext uri="{FF2B5EF4-FFF2-40B4-BE49-F238E27FC236}">
                  <a16:creationId xmlns:a16="http://schemas.microsoft.com/office/drawing/2014/main" id="{F5498B50-B60C-06C5-8427-EC8C5EBA9CD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60678" y="5065741"/>
              <a:ext cx="5237468" cy="84363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/>
                <a:t>All results presented in this report were discovered within the above focus data pool; no other data was used for analysis.</a:t>
              </a:r>
            </a:p>
            <a:p>
              <a:pPr marL="0" indent="0" algn="ctr">
                <a:buNone/>
              </a:pPr>
              <a:r>
                <a:rPr lang="en-US" sz="1100"/>
                <a:t>Final sample set used for analysis follows the RRS rule of being Representative, Random and Significant to eliminate bias.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E389DA9-BAE3-EDA0-5EBC-8701FC1D73B4}"/>
                </a:ext>
              </a:extLst>
            </p:cNvPr>
            <p:cNvSpPr txBox="1"/>
            <p:nvPr userDrawn="1"/>
          </p:nvSpPr>
          <p:spPr>
            <a:xfrm>
              <a:off x="7530982" y="831907"/>
              <a:ext cx="2991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did we find?</a:t>
              </a:r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31F34C-939F-E630-9909-267D34977456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B9ACA9-7D5A-4498-4CAD-052A048ED24C}"/>
              </a:ext>
            </a:extLst>
          </p:cNvPr>
          <p:cNvSpPr/>
          <p:nvPr userDrawn="1"/>
        </p:nvSpPr>
        <p:spPr>
          <a:xfrm>
            <a:off x="0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able Placeholder 5">
            <a:extLst>
              <a:ext uri="{FF2B5EF4-FFF2-40B4-BE49-F238E27FC236}">
                <a16:creationId xmlns:a16="http://schemas.microsoft.com/office/drawing/2014/main" id="{7F5FA139-98CE-464E-B621-CA5C241F375E}"/>
              </a:ext>
            </a:extLst>
          </p:cNvPr>
          <p:cNvSpPr>
            <a:spLocks noGrp="1"/>
          </p:cNvSpPr>
          <p:nvPr userDrawn="1">
            <p:ph type="tbl" sz="quarter" idx="19"/>
          </p:nvPr>
        </p:nvSpPr>
        <p:spPr>
          <a:xfrm>
            <a:off x="7267058" y="1501358"/>
            <a:ext cx="3595679" cy="3228996"/>
          </a:xfrm>
        </p:spPr>
        <p:txBody>
          <a:bodyPr/>
          <a:lstStyle/>
          <a:p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1337236-F345-2FAB-432A-AB7E112135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798" y="1434433"/>
            <a:ext cx="5061048" cy="9106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endParaRPr lang="en-S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CEFC65-1A07-6C69-577B-4B4774D7EECD}"/>
              </a:ext>
            </a:extLst>
          </p:cNvPr>
          <p:cNvSpPr txBox="1"/>
          <p:nvPr userDrawn="1"/>
        </p:nvSpPr>
        <p:spPr>
          <a:xfrm>
            <a:off x="1472003" y="826520"/>
            <a:ext cx="3145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scope?</a:t>
            </a:r>
          </a:p>
        </p:txBody>
      </p: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84E2DBD2-754D-E07E-CD01-736BB21A7559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Scope of work</a:t>
            </a:r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6C23FBC2-75FD-9B91-0E54-419D8F887D14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82656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Base people used for analysis</a:t>
            </a:r>
          </a:p>
        </p:txBody>
      </p:sp>
    </p:spTree>
    <p:extLst>
      <p:ext uri="{BB962C8B-B14F-4D97-AF65-F5344CB8AC3E}">
        <p14:creationId xmlns:p14="http://schemas.microsoft.com/office/powerpoint/2010/main" val="148872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5E25832-A472-4E3A-AB0E-F9544D6A0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001" y="468235"/>
            <a:ext cx="2577807" cy="1828844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DB7EFF-789F-40B1-809B-94177026AB22}"/>
              </a:ext>
            </a:extLst>
          </p:cNvPr>
          <p:cNvCxnSpPr>
            <a:cxnSpLocks/>
          </p:cNvCxnSpPr>
          <p:nvPr userDrawn="1"/>
        </p:nvCxnSpPr>
        <p:spPr>
          <a:xfrm>
            <a:off x="354001" y="2408529"/>
            <a:ext cx="241685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1CC20266-7476-7180-BCCB-4A0680DF98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4001" y="2514577"/>
            <a:ext cx="2416855" cy="3851941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477321-529B-DE6C-F754-D6F1B725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808" y="365125"/>
            <a:ext cx="7701992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4BD7D60C-C9F8-6E69-1DDD-B1D3D2187FAD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3651250" y="1829883"/>
            <a:ext cx="7702550" cy="3651250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0923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F967B4-AA36-401C-5F9C-F57F2B33B666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C395BC-4304-6FF4-3598-7E6576C50407}"/>
              </a:ext>
            </a:extLst>
          </p:cNvPr>
          <p:cNvCxnSpPr>
            <a:cxnSpLocks/>
          </p:cNvCxnSpPr>
          <p:nvPr userDrawn="1"/>
        </p:nvCxnSpPr>
        <p:spPr>
          <a:xfrm>
            <a:off x="329082" y="1296182"/>
            <a:ext cx="115338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C7382-FF2D-DD17-EE70-A055F10846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1AC0D95-0C1D-3F0F-44B1-AE260A3882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D5FC15A-13BE-C58E-5529-ED8E86A80E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4000" y="344135"/>
            <a:ext cx="11472001" cy="932085"/>
          </a:xfrm>
        </p:spPr>
        <p:txBody>
          <a:bodyPr anchor="ctr"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</a:t>
            </a:r>
            <a:endParaRPr lang="en-SG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18991D0-39F2-ABEF-D610-0FADE54125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4001" y="1296182"/>
            <a:ext cx="11472000" cy="603534"/>
          </a:xfrm>
        </p:spPr>
        <p:txBody>
          <a:bodyPr anchor="ctr">
            <a:norm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</a:t>
            </a:r>
            <a:endParaRPr lang="en-SG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702B276-1C8C-E643-61B7-0FC447FD9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12EE340-A049-BBB2-A775-6F94ADB57A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A29642-8BBD-B241-930C-2457E95C6EB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A4103AED-C2E0-712D-DDE8-70BCCFD62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6EDDC42-03CF-8EC3-A9BE-BEE4D1F86B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8794D4C1-DBAA-5A32-712B-9D31FEFF4C8D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2309772" y="2197100"/>
            <a:ext cx="7566455" cy="4179888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131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F967B4-AA36-401C-5F9C-F57F2B33B666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C395BC-4304-6FF4-3598-7E6576C50407}"/>
              </a:ext>
            </a:extLst>
          </p:cNvPr>
          <p:cNvCxnSpPr>
            <a:cxnSpLocks/>
          </p:cNvCxnSpPr>
          <p:nvPr userDrawn="1"/>
        </p:nvCxnSpPr>
        <p:spPr>
          <a:xfrm>
            <a:off x="329082" y="1296182"/>
            <a:ext cx="115338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C7382-FF2D-DD17-EE70-A055F10846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1AC0D95-0C1D-3F0F-44B1-AE260A3882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D5FC15A-13BE-C58E-5529-ED8E86A80E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4000" y="344135"/>
            <a:ext cx="11472001" cy="932085"/>
          </a:xfrm>
        </p:spPr>
        <p:txBody>
          <a:bodyPr anchor="ctr"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</a:t>
            </a:r>
            <a:endParaRPr lang="en-SG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18991D0-39F2-ABEF-D610-0FADE54125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4001" y="1296182"/>
            <a:ext cx="11472000" cy="603534"/>
          </a:xfrm>
        </p:spPr>
        <p:txBody>
          <a:bodyPr anchor="ctr">
            <a:norm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</a:t>
            </a:r>
            <a:endParaRPr lang="en-SG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702B276-1C8C-E643-61B7-0FC447FD9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12EE340-A049-BBB2-A775-6F94ADB57A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A29642-8BBD-B241-930C-2457E95C6EB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A4103AED-C2E0-712D-DDE8-70BCCFD62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6EDDC42-03CF-8EC3-A9BE-BEE4D1F86B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367491E1-9E8B-263B-D09D-BE4CF633852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2316162" y="2185512"/>
            <a:ext cx="7566025" cy="419202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389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F744CD-BB4E-D567-8C3E-B97E6561B2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9288" y="120650"/>
            <a:ext cx="11466000" cy="5064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SG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CF4A357F-3EB2-E90E-583E-7C76C5491AE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58775" y="2412442"/>
            <a:ext cx="11466513" cy="931398"/>
          </a:xfrm>
        </p:spPr>
        <p:txBody>
          <a:bodyPr/>
          <a:lstStyle/>
          <a:p>
            <a:endParaRPr lang="en-SG"/>
          </a:p>
        </p:txBody>
      </p:sp>
      <p:sp>
        <p:nvSpPr>
          <p:cNvPr id="12" name="Table Placeholder 10">
            <a:extLst>
              <a:ext uri="{FF2B5EF4-FFF2-40B4-BE49-F238E27FC236}">
                <a16:creationId xmlns:a16="http://schemas.microsoft.com/office/drawing/2014/main" id="{C6754458-E12A-970B-C852-39EF8E172F2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58775" y="5213947"/>
            <a:ext cx="11466513" cy="1068137"/>
          </a:xfrm>
        </p:spPr>
        <p:txBody>
          <a:bodyPr/>
          <a:lstStyle/>
          <a:p>
            <a:endParaRPr lang="en-SG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F640CA-4DEC-7229-B2D3-C10996ED21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768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D2A8C834-FA15-3B2A-F539-71021E9F93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956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E15A4C7B-060E-C0F5-0AE6-184F456EF0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3239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E54C169-BAB7-0B16-B98E-3F6FCD5A10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332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F09D92-2364-498B-B266-4DD1C4DF01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520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B8ED2D62-755C-012A-A4D2-1125340682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768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D1809D3F-4A73-FE74-F1CD-5EFF434BC4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956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01E949F-CBC7-F6C7-0CA1-AE46C670DC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13239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95192CB9-439F-0A0C-5318-9EB5C6F2E93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332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4E1C4BC-635F-90F3-26EC-87CE01F985D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1520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898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We’ve reached the end.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46AB60-B51C-006A-F85E-E9A655C8001D}"/>
              </a:ext>
            </a:extLst>
          </p:cNvPr>
          <p:cNvSpPr txBox="1"/>
          <p:nvPr userDrawn="1"/>
        </p:nvSpPr>
        <p:spPr>
          <a:xfrm>
            <a:off x="493855" y="2703365"/>
            <a:ext cx="4187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5400" b="1"/>
              <a:t>Thank you!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5ED6FDC7-6DB5-1071-A3A7-2A1AD2C899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8238" y="592138"/>
            <a:ext cx="5619750" cy="5635625"/>
          </a:xfrm>
        </p:spPr>
        <p:txBody>
          <a:bodyPr/>
          <a:lstStyle/>
          <a:p>
            <a:endParaRPr lang="en-SG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81AA79B4-EB75-B985-E69A-307D0016FF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05300" y="5019069"/>
            <a:ext cx="1530350" cy="796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0875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21370"/>
            <a:ext cx="11466000" cy="51491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DB52F9-F747-40C4-A1D2-6B9347CBF4A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000" y="794974"/>
            <a:ext cx="11466000" cy="5582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55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207" y="6559857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215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23" r:id="rId2"/>
    <p:sldLayoutId id="2147483827" r:id="rId3"/>
    <p:sldLayoutId id="2147483825" r:id="rId4"/>
    <p:sldLayoutId id="2147483815" r:id="rId5"/>
    <p:sldLayoutId id="2147483822" r:id="rId6"/>
    <p:sldLayoutId id="2147483819" r:id="rId7"/>
    <p:sldLayoutId id="2147483828" r:id="rId8"/>
    <p:sldLayoutId id="2147483832" r:id="rId9"/>
    <p:sldLayoutId id="2147483817" r:id="rId10"/>
    <p:sldLayoutId id="2147483830" r:id="rId11"/>
    <p:sldLayoutId id="214748383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GrapheneA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2FEABD3D1504FBB52D417A1DCF9F4" ma:contentTypeVersion="11" ma:contentTypeDescription="Create a new document." ma:contentTypeScope="" ma:versionID="54f2c1e6161d4a3818cca961a9e8aca6">
  <xsd:schema xmlns:xsd="http://www.w3.org/2001/XMLSchema" xmlns:xs="http://www.w3.org/2001/XMLSchema" xmlns:p="http://schemas.microsoft.com/office/2006/metadata/properties" xmlns:ns2="bafb6658-0c98-401a-939f-9b973af27bfc" xmlns:ns3="3c7c9d60-aeee-410d-81f2-92985471e2af" targetNamespace="http://schemas.microsoft.com/office/2006/metadata/properties" ma:root="true" ma:fieldsID="dc2dfa497cb6065289a6fb33931d816c" ns2:_="" ns3:_="">
    <xsd:import namespace="bafb6658-0c98-401a-939f-9b973af27bfc"/>
    <xsd:import namespace="3c7c9d60-aeee-410d-81f2-92985471e2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fb6658-0c98-401a-939f-9b973af27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c9d60-aeee-410d-81f2-92985471e2a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ECB0F2-3A0E-4E97-9B5A-593C04CF0D26}"/>
</file>

<file path=customXml/itemProps2.xml><?xml version="1.0" encoding="utf-8"?>
<ds:datastoreItem xmlns:ds="http://schemas.openxmlformats.org/officeDocument/2006/customXml" ds:itemID="{18A1749A-A2B9-46BF-8283-CAA548B607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256A93-EBA3-4E56-B6E7-0BA1F1199EF6}">
  <ds:schemaRefs>
    <ds:schemaRef ds:uri="7f88af65-d9c1-41d3-b9f2-ebff45668681"/>
    <ds:schemaRef ds:uri="e5e85e23-9be2-465a-8069-2c0369305d1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17432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Poppins</vt:lpstr>
      <vt:lpstr>Calibri</vt:lpstr>
      <vt:lpstr>GrapheneAI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Glenn Lim</dc:creator>
  <cp:lastModifiedBy>John Lee</cp:lastModifiedBy>
  <cp:revision>32</cp:revision>
  <dcterms:created xsi:type="dcterms:W3CDTF">2021-03-29T06:13:29Z</dcterms:created>
  <dcterms:modified xsi:type="dcterms:W3CDTF">2023-09-15T02:06:23Z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0x010100F282FEABD3D1504FBB52D417A1DCF9F4</vt:lpwstr>
  </property>
  <property fmtid="{D5CDD505-2E9C-101B-9397-08002B2CF9AE}" pid="3" name="MediaServiceImageTags">
    <vt:lpwstr/>
  </property>
</Properties>
</file>